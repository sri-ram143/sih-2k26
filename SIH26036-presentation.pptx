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move the 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CBEB42E-CD77-46CD-8EB9-D861ACD354C3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7852B1-F119-4FEE-AC10-03D9BEF07B87}" type="slidenum">
              <a:rPr b="0" lang="en-US" sz="1200" spc="-1" strike="noStrike">
                <a:latin typeface="Times New Roman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E8B9DF8-E473-44D2-8239-4CBA2E51694C}" type="slidenum">
              <a:rPr b="0" lang="en-US" sz="1200" spc="-1" strike="noStrike">
                <a:latin typeface="Times New Roman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CC99B75-6C98-4613-95A4-A630DE0C91BD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B561FAB-3F60-472F-BE96-6E85CBF84C7D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267E55A3-0822-4D0C-B4BC-7CC6E9F3389D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17DC6A1F-7929-4484-9330-67703A7FADF1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C34302-17A9-4E36-9CEF-E67E70B1CFF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D0991D-C8B3-480D-934D-4090E60542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E3D7E6-88C1-435E-A047-EFA0361038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EC3FC0-A8A5-4587-9E68-4851DB7415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BAA6F9-139B-4AD2-9E92-94E1F194E0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01A44D-B6D3-4946-88C3-23BBE3BEAC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54F9EB-528D-4396-86F9-5C9EC37DFA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0A2A16-47CD-474A-AAC8-9B701937A5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27F91B-478E-46DB-A81F-A683D8E8A7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DF235F-9E31-4721-AF82-380EA50A32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0F871E-100D-410B-8A63-4702E0C9C6F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F705E9-0577-4474-8CD2-6319FE07C2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69EF6E-70DC-4EF8-9159-DE0428DCF5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C06266-91ED-42C6-B0FB-0703F9FF50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9106F82-924C-472C-8FE8-9295A1D58F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65E24A-B90A-461E-95AD-0B78A8A97E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EB2857-E0C9-4A76-92A2-2A1DF404500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1DC8DE-FBAA-4CC1-842C-B06D054242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EA52B8-4F1E-4483-BF3B-283CD622EF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CBDFA4-0A26-4FFB-BEDC-1AE0DD027E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7745DA-F0BF-4E10-9BB6-8FD3A89706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74E612-90C9-46DD-AC26-2090A9C535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BF0C62-9994-4B0D-B5EE-AFCC93A1BD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76D1E2-BD9A-48C5-83DF-0CA18D7E0A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IN" sz="1800" spc="-1" strike="noStrike">
                <a:latin typeface="Arial"/>
              </a:rPr>
              <a:t>Click to edit the title text format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Click to edit the outline text format</a:t>
            </a:r>
            <a:endParaRPr b="0" lang="en-IN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pc="-1" strike="noStrike">
                <a:latin typeface="Arial"/>
              </a:rPr>
              <a:t>Second Outline Level</a:t>
            </a:r>
            <a:endParaRPr b="0" lang="en-IN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Third Outline Level</a:t>
            </a:r>
            <a:endParaRPr b="0" lang="en-IN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pc="-1" strike="noStrike">
                <a:latin typeface="Arial"/>
              </a:rPr>
              <a:t>Fourth Outline Level</a:t>
            </a:r>
            <a:endParaRPr b="0" lang="en-IN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Fifth Outline Level</a:t>
            </a:r>
            <a:endParaRPr b="0" lang="en-IN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Sixth Outline Level</a:t>
            </a:r>
            <a:endParaRPr b="0" lang="en-IN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Seventh Outline Level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4165560" y="6356520"/>
            <a:ext cx="38595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radeGothic"/>
              </a:rPr>
              <a:t>&lt;footer&gt;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15B815A-1294-44B3-8D0D-C1619A2BF932}" type="slidenum"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0948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4165560" y="6356520"/>
            <a:ext cx="38595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radeGothic"/>
              </a:rPr>
              <a:t>&lt;footer&gt;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D8BBF78-1F55-41D1-BE4B-EA4AB89958BD}" type="slidenum"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60948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24"/>
          <p:cNvSpPr/>
          <p:nvPr/>
        </p:nvSpPr>
        <p:spPr>
          <a:xfrm>
            <a:off x="1523880" y="0"/>
            <a:ext cx="9142920" cy="68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Freeform: Shape 26"/>
          <p:cNvSpPr/>
          <p:nvPr/>
        </p:nvSpPr>
        <p:spPr>
          <a:xfrm>
            <a:off x="5656680" y="851400"/>
            <a:ext cx="4637520" cy="5153760"/>
          </a:xfrm>
          <a:custGeom>
            <a:avLst/>
            <a:gdLst/>
            <a:ah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90" name="Picture 4" descr=""/>
          <p:cNvPicPr/>
          <p:nvPr/>
        </p:nvPicPr>
        <p:blipFill>
          <a:blip r:embed="rId1"/>
          <a:srcRect l="0" t="0" r="59916" b="0"/>
          <a:stretch/>
        </p:blipFill>
        <p:spPr>
          <a:xfrm>
            <a:off x="6854760" y="1715760"/>
            <a:ext cx="3202560" cy="3425040"/>
          </a:xfrm>
          <a:prstGeom prst="rect">
            <a:avLst/>
          </a:prstGeom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ubTitle"/>
          </p:nvPr>
        </p:nvSpPr>
        <p:spPr>
          <a:xfrm>
            <a:off x="1245600" y="648720"/>
            <a:ext cx="8533440" cy="17514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IN" sz="32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TITLE PAGE</a:t>
            </a:r>
            <a:endParaRPr b="0" lang="en-IN" sz="3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331200" y="-526680"/>
            <a:ext cx="10362240" cy="20754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f497d"/>
                </a:solidFill>
                <a:latin typeface="Garamond"/>
                <a:ea typeface="ＭＳ Ｐゴシック"/>
              </a:rPr>
              <a:t>SMART INDIA HACKATHON 2026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-267120" y="2446920"/>
            <a:ext cx="5923440" cy="47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endParaRPr b="0" lang="en-IN" sz="18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Problem Statement ID –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Problem Statement Title-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Theme-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PS Category- Software/Hardware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Team ID-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Team Name (Registered on portal)</a:t>
            </a:r>
            <a:endParaRPr b="0" lang="en-IN" sz="2400" spc="-1" strike="noStrike">
              <a:latin typeface="Arial"/>
            </a:endParaRPr>
          </a:p>
        </p:txBody>
      </p:sp>
      <p:pic>
        <p:nvPicPr>
          <p:cNvPr id="94" name="Picture 1" descr=""/>
          <p:cNvPicPr/>
          <p:nvPr/>
        </p:nvPicPr>
        <p:blipFill>
          <a:blip r:embed="rId2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8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82880" y="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br>
              <a:rPr sz="3600"/>
            </a:b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IDEA TITLE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72000" y="2064960"/>
            <a:ext cx="12191040" cy="2466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buClr>
                <a:srgbClr val="1f497d"/>
              </a:buClr>
              <a:buFont typeface="Wingdings" charset="2"/>
              <a:buChar char=""/>
            </a:pPr>
            <a:r>
              <a:rPr b="1" lang="en-US" sz="3200" spc="-1" strike="noStrike" u="sng">
                <a:solidFill>
                  <a:srgbClr val="1f497d"/>
                </a:solidFill>
                <a:uFillTx/>
                <a:latin typeface="Arial"/>
                <a:ea typeface="ＭＳ Ｐゴシック"/>
              </a:rPr>
              <a:t>Proposed Solution (Describe your Idea/Solution/Prototype)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20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Detailed explanation of the proposed solution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How it addresses the problem,hii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Innovation and uniqueness of the solution 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10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724714D-8E22-4202-98AC-5DF8C75C506D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ftr" idx="11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00" name="Oval 9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01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TECHNICAL APPROACH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609480" y="2533680"/>
            <a:ext cx="9384120" cy="1796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Technologies to be used (e.g. programming languages, frameworks, hardware)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Methodology and process for implementation (Flow Charts/Images/ working prototype)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40592A-E24F-4933-9F1B-02287B018DDB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ftr" idx="13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07" name="Oval 10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08" name="Picture 11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FEASIBILITY AND VIABILITY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609480" y="2533680"/>
            <a:ext cx="9384120" cy="1369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Analysis of the feasibility of the idea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Potential challenges and risks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Strategies for overcoming these challenges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14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62A89959-386E-45D0-B9C4-6D90C6F01CF8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ftr" idx="15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14" name="Oval 11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15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IMPACT AND BENEFITS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609480" y="2533680"/>
            <a:ext cx="9384120" cy="1369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Potential impact on the target audience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Benefits of the solution (social, economic, environmental, etc.)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ldNum" idx="16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E00E229-B67D-4BF6-BC59-7375C5A8ADD5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17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21" name="Oval 11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22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1720" cy="1141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RESEARCH  AND REFERENCES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609480" y="2795400"/>
            <a:ext cx="9384120" cy="516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Details / Links of the reference and research work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9C1B53E-3607-443E-82A1-A61E50045F9D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ftr" idx="19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28" name="Oval 8"/>
          <p:cNvSpPr/>
          <p:nvPr/>
        </p:nvSpPr>
        <p:spPr>
          <a:xfrm>
            <a:off x="329760" y="252360"/>
            <a:ext cx="1250640" cy="80640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29" name="Picture 11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9"/>
          <p:cNvSpPr/>
          <p:nvPr/>
        </p:nvSpPr>
        <p:spPr>
          <a:xfrm>
            <a:off x="0" y="6354720"/>
            <a:ext cx="12191040" cy="50220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1" name="PlaceHolder 1"/>
          <p:cNvSpPr>
            <a:spLocks noGrp="1"/>
          </p:cNvSpPr>
          <p:nvPr>
            <p:ph type="sldNum" idx="20"/>
          </p:nvPr>
        </p:nvSpPr>
        <p:spPr>
          <a:xfrm>
            <a:off x="8737560" y="6356520"/>
            <a:ext cx="2843640" cy="363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F5D5CD68-9D8C-473A-8D66-F3E46334690C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4648320" y="6356520"/>
            <a:ext cx="32029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33" name="Round Diagonal Corner Rectangle 2"/>
          <p:cNvSpPr/>
          <p:nvPr/>
        </p:nvSpPr>
        <p:spPr>
          <a:xfrm>
            <a:off x="0" y="1791000"/>
            <a:ext cx="12191040" cy="43182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Google Shape;100;p3"/>
          <p:cNvSpPr/>
          <p:nvPr/>
        </p:nvSpPr>
        <p:spPr>
          <a:xfrm>
            <a:off x="367920" y="1915560"/>
            <a:ext cx="11763720" cy="40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514440" indent="-514440" algn="just">
              <a:lnSpc>
                <a:spcPct val="9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Kindly keep the maximum slides limit up to six </a:t>
            </a:r>
            <a:r>
              <a:rPr b="1" lang="en-US" sz="1800" spc="-1" strike="noStrike">
                <a:solidFill>
                  <a:srgbClr val="c00000"/>
                </a:solidFill>
                <a:latin typeface="Arial"/>
                <a:ea typeface="Calibri"/>
              </a:rPr>
              <a:t>(6).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( Including the title slide)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Try to avoid paragraphs and post your idea in points /diagrams / Infographics /pictures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Keep your explanation precise and easy to understand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Idea should be unique and novel.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You can only use provided template for making the PPT without changing the idea details pointers (mentioned in previous slides).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You need to save the file in PDF and upload the same on portal. No PPT, Word Doc or any other format will be supported.</a:t>
            </a:r>
            <a:endParaRPr b="0" lang="en-IN" sz="1800" spc="-1" strike="noStrike">
              <a:latin typeface="Arial"/>
            </a:endParaRPr>
          </a:p>
          <a:p>
            <a:pPr marL="514440" indent="-349920" algn="just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N" sz="1800" spc="-1" strike="noStrike">
              <a:latin typeface="Arial"/>
            </a:endParaRPr>
          </a:p>
          <a:p>
            <a:pPr marL="514440" indent="-349920" algn="just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c00000"/>
                </a:solidFill>
                <a:latin typeface="Arial"/>
                <a:ea typeface="Calibri"/>
              </a:rPr>
              <a:t>Note - You can delete this slide (Important Pointers) when you upload the details of your idea on SIH portal.</a:t>
            </a:r>
            <a:endParaRPr b="0" lang="en-IN" sz="1800" spc="-1" strike="noStrike">
              <a:latin typeface="Arial"/>
            </a:endParaRPr>
          </a:p>
          <a:p>
            <a:pPr marL="914400" indent="-316080" algn="just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IN" sz="2000" spc="-1" strike="noStrike"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1393200" y="106920"/>
            <a:ext cx="840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IMPORTANT INSTRUCTIONS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602280" y="1181880"/>
            <a:ext cx="955656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90000"/>
              </a:lnSpc>
              <a:spcBef>
                <a:spcPts val="1001"/>
              </a:spcBef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Please ensure below pointers are met while submitting the Idea PPT: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37" name="Picture 12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8920" cy="106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7489</TotalTime>
  <Application>LibreOffice/7.3.7.2$Linux_X86_64 LibreOffice_project/30$Build-2</Application>
  <AppVersion>15.0000</AppVersion>
  <Words>325</Words>
  <Paragraphs>62</Paragraphs>
  <Company>Crowdfunder, Inc.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  <dc:description/>
  <dc:language>en-IN</dc:language>
  <cp:lastModifiedBy/>
  <dcterms:modified xsi:type="dcterms:W3CDTF">2026-08-29T12:14:08Z</dcterms:modified>
  <cp:revision>153</cp:revision>
  <dc:subject/>
  <dc:title>Investor Pitch Deck Template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