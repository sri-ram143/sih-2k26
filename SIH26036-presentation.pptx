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5"/>
  </p:notesMasterIdLst>
  <p:sldIdLst>
    <p:sldId id="291" r:id="rId3"/>
    <p:sldId id="281" r:id="rId4"/>
    <p:sldId id="290" r:id="rId6"/>
    <p:sldId id="293" r:id="rId7"/>
    <p:sldId id="294" r:id="rId8"/>
    <p:sldId id="296" r:id="rId9"/>
    <p:sldId id="297" r:id="rId10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  <a:endParaRPr lang="en-US" noProof="0"/>
          </a:p>
          <a:p>
            <a:pPr lvl="1"/>
            <a:r>
              <a:rPr lang="en-US" noProof="0"/>
              <a:t>Second level</a:t>
            </a:r>
            <a:endParaRPr lang="en-US" noProof="0"/>
          </a:p>
          <a:p>
            <a:pPr lvl="2"/>
            <a:r>
              <a:rPr lang="en-US" noProof="0"/>
              <a:t>Third level</a:t>
            </a:r>
            <a:endParaRPr lang="en-US" noProof="0"/>
          </a:p>
          <a:p>
            <a:pPr lvl="3"/>
            <a:r>
              <a:rPr lang="en-US" noProof="0"/>
              <a:t>Fourth level</a:t>
            </a:r>
            <a:endParaRPr lang="en-US" noProof="0"/>
          </a:p>
          <a:p>
            <a:pPr lvl="4"/>
            <a:r>
              <a:rPr lang="en-US" noProof="0"/>
              <a:t>Fifth level</a:t>
            </a:r>
            <a:endParaRPr lang="en-US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MS PGothic" panose="020B0600070205080204" pitchFamily="1" charset="-128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fld id="{65F62A7E-A2F8-438F-9CF8-47DE63F471B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fld id="{0CA7B74D-3791-4AC6-8451-F10DBCCCDD9A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MS PGothic" panose="020B0600070205080204" pitchFamily="1" charset="-128"/>
          <a:cs typeface="MS PGothic" panose="020B0600070205080204" pitchFamily="1" charset="-128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TradeGothic"/>
          <a:ea typeface="MS PGothic" panose="020B0600070205080204" pitchFamily="1" charset="-128"/>
          <a:cs typeface="MS PGothic" panose="020B0600070205080204" pitchFamily="1" charset="-128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r="59916"/>
          <a:stretch>
            <a:fillRect/>
          </a:stretch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99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–SIH2603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IDEA TITLE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Detailed explanation of the proposed solution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How it addresses the problem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Innovation and uniqueness of the solution 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TECHNICAL APPROACH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Technologies to be used (e.g. programming languages, frameworks, hardware)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Methodology and process for implementation (Flow Charts/Images/ working prototype)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 panose="020F0502020204030204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FEASIBILITY AND VIABILITY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1" charset="-128"/>
              <a:cs typeface="Arial" panose="020B0604020202020204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Potential challenges and risks</a:t>
            </a:r>
            <a:endParaRPr lang="en-US" sz="28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1" charset="-128"/>
                <a:cs typeface="Arial" panose="020B0604020202020204" pitchFamily="34" charset="0"/>
              </a:rPr>
              <a:t>Strategies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1" charset="-128"/>
                <a:cs typeface="Arial" panose="020B0604020202020204" pitchFamily="34" charset="0"/>
              </a:rPr>
              <a:t>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1" charset="-128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 panose="020F0502020204030204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IMPACT AND BENEFITS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1" charset="-128"/>
                <a:cs typeface="Arial" panose="020B0604020202020204" pitchFamily="34" charset="0"/>
              </a:rPr>
              <a:t>Potential impact on the target audience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1" charset="-128"/>
              <a:cs typeface="Arial" panose="020B0604020202020204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Benefits of the solution (social, economic, environmental, etc.)</a:t>
            </a:r>
            <a:endParaRPr lang="en-US" sz="28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 panose="020F0502020204030204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RESEARCH  AND REFERENCES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1" charset="-128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 panose="020F0502020204030204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 panose="020F0502020204030204"/>
              <a:cs typeface="Arial" panose="020B0604020202020204" pitchFamily="34" charset="0"/>
              <a:sym typeface="Calibri" panose="020F0502020204030204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 panose="020F0502020204030204"/>
              <a:cs typeface="Arial" panose="020B0604020202020204" pitchFamily="34" charset="0"/>
              <a:sym typeface="Calibri" panose="020F0502020204030204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 panose="020F0502020204030204"/>
              <a:cs typeface="Arial" panose="020B0604020202020204" pitchFamily="34" charset="0"/>
              <a:sym typeface="Calibri" panose="020F05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 panose="020F0502020204030204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1812</Words>
  <Application>WPS Presentation</Application>
  <PresentationFormat>Widescreen</PresentationFormat>
  <Paragraphs>88</Paragraphs>
  <Slides>7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3" baseType="lpstr">
      <vt:lpstr>Arial</vt:lpstr>
      <vt:lpstr>SimSun</vt:lpstr>
      <vt:lpstr>Wingdings</vt:lpstr>
      <vt:lpstr>Calibri</vt:lpstr>
      <vt:lpstr>MS PGothic</vt:lpstr>
      <vt:lpstr>TradeGothic</vt:lpstr>
      <vt:lpstr>Segoe Print</vt:lpstr>
      <vt:lpstr>TradeGothic</vt:lpstr>
      <vt:lpstr>Arial</vt:lpstr>
      <vt:lpstr>Times New Roman</vt:lpstr>
      <vt:lpstr>Garamond</vt:lpstr>
      <vt:lpstr>PMingLiU-ExtB</vt:lpstr>
      <vt:lpstr>Calibri</vt:lpstr>
      <vt:lpstr>Microsoft YaHei</vt:lpstr>
      <vt:lpstr>Arial Unicode MS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演示文稿</vt:lpstr>
    </vt:vector>
  </TitlesOfParts>
  <Company>Crowdfunder, Inc.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creator>Crowdfunder</dc:creator>
  <cp:lastModifiedBy>jahnavi</cp:lastModifiedBy>
  <cp:revision>150</cp:revision>
  <dcterms:created xsi:type="dcterms:W3CDTF">2013-12-12T18:46:00Z</dcterms:created>
  <dcterms:modified xsi:type="dcterms:W3CDTF">2026-08-29T06:58:40Z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77AC77D7C0DF44009ACE70C863CC9730_12</vt:lpwstr>
  </property>
  <property fmtid="{D5CDD505-2E9C-101B-9397-08002B2CF9AE}" pid="3" name="KSOProductBuildVer">
    <vt:lpwstr>2057-12.2.0.23206</vt:lpwstr>
  </property>
</Properties>
</file>