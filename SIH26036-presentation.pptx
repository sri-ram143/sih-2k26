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5"/>
  </p:notesMasterIdLst>
  <p:sldIdLst>
    <p:sldId id="291" r:id="rId3"/>
    <p:sldId id="281" r:id="rId4"/>
    <p:sldId id="290" r:id="rId6"/>
    <p:sldId id="293" r:id="rId7"/>
    <p:sldId id="294" r:id="rId8"/>
    <p:sldId id="296" r:id="rId9"/>
    <p:sldId id="297" r:id="rId10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MS PGothic" panose="020B0600070205080204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 showGuide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3" Type="http://schemas.openxmlformats.org/officeDocument/2006/relationships/tableStyles" Target="tableStyles.xml"/><Relationship Id="rId12" Type="http://schemas.openxmlformats.org/officeDocument/2006/relationships/viewProps" Target="viewProps.xml"/><Relationship Id="rId11" Type="http://schemas.openxmlformats.org/officeDocument/2006/relationships/presProps" Target="presProps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/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  <a:endParaRPr lang="en-US" noProof="0"/>
          </a:p>
          <a:p>
            <a:pPr lvl="1"/>
            <a:r>
              <a:rPr lang="en-US" noProof="0"/>
              <a:t>Second level</a:t>
            </a:r>
            <a:endParaRPr lang="en-US" noProof="0"/>
          </a:p>
          <a:p>
            <a:pPr lvl="2"/>
            <a:r>
              <a:rPr lang="en-US" noProof="0"/>
              <a:t>Third level</a:t>
            </a:r>
            <a:endParaRPr lang="en-US" noProof="0"/>
          </a:p>
          <a:p>
            <a:pPr lvl="3"/>
            <a:r>
              <a:rPr lang="en-US" noProof="0"/>
              <a:t>Fourth level</a:t>
            </a:r>
            <a:endParaRPr lang="en-US" noProof="0"/>
          </a:p>
          <a:p>
            <a:pPr lvl="4"/>
            <a:r>
              <a:rPr lang="en-US" noProof="0"/>
              <a:t>Fifth level</a:t>
            </a:r>
            <a:endParaRPr lang="en-US" noProof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/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MS PGothic" panose="020B0600070205080204" pitchFamily="1" charset="-128"/>
        <a:cs typeface="MS PGothic" panose="020B0600070205080204" pitchFamily="1" charset="-128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MS PGothic" panose="020B0600070205080204" pitchFamily="1" charset="-128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MS PGothic" panose="020B0600070205080204" pitchFamily="1" charset="-128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MS PGothic" panose="020B0600070205080204" pitchFamily="1" charset="-128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MS PGothic" panose="020B0600070205080204" pitchFamily="1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/>
          <a:lstStyle/>
          <a:p>
            <a:pPr eaLnBrk="1" hangingPunct="1">
              <a:spcBef>
                <a:spcPct val="0"/>
              </a:spcBef>
            </a:pPr>
            <a:endParaRPr lang="en-US">
              <a:ea typeface="MS PGothic" panose="020B0600070205080204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</a:ln>
        </p:spPr>
        <p:txBody>
          <a:bodyPr/>
          <a:lstStyle/>
          <a:p>
            <a:fld id="{65F62A7E-A2F8-438F-9CF8-47DE63F471B4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/>
          <a:lstStyle/>
          <a:p>
            <a:pPr eaLnBrk="1" hangingPunct="1">
              <a:spcBef>
                <a:spcPct val="0"/>
              </a:spcBef>
            </a:pPr>
            <a:endParaRPr lang="en-US">
              <a:ea typeface="MS PGothic" panose="020B0600070205080204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</a:ln>
        </p:spPr>
        <p:txBody>
          <a:bodyPr/>
          <a:lstStyle/>
          <a:p>
            <a:fld id="{0CA7B74D-3791-4AC6-8451-F10DBCCCDD9A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/>
          <a:lstStyle/>
          <a:p>
            <a:pPr eaLnBrk="1" hangingPunct="1">
              <a:spcBef>
                <a:spcPct val="0"/>
              </a:spcBef>
            </a:pPr>
            <a:endParaRPr lang="en-US">
              <a:ea typeface="MS PGothic" panose="020B0600070205080204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MS PGothic" panose="020B0600070205080204" pitchFamily="1" charset="-128"/>
                <a:cs typeface="+mn-cs"/>
              </a:rPr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MS PGothic" panose="020B0600070205080204" pitchFamily="1" charset="-128"/>
              <a:cs typeface="+mn-cs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/>
          <a:lstStyle/>
          <a:p>
            <a:pPr eaLnBrk="1" hangingPunct="1">
              <a:spcBef>
                <a:spcPct val="0"/>
              </a:spcBef>
            </a:pPr>
            <a:endParaRPr lang="en-US">
              <a:ea typeface="MS PGothic" panose="020B0600070205080204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MS PGothic" panose="020B0600070205080204" pitchFamily="1" charset="-128"/>
                <a:cs typeface="+mn-cs"/>
              </a:rPr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MS PGothic" panose="020B0600070205080204" pitchFamily="1" charset="-128"/>
              <a:cs typeface="+mn-cs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/>
          <a:lstStyle/>
          <a:p>
            <a:pPr eaLnBrk="1" hangingPunct="1">
              <a:spcBef>
                <a:spcPct val="0"/>
              </a:spcBef>
            </a:pPr>
            <a:endParaRPr lang="en-US">
              <a:ea typeface="MS PGothic" panose="020B0600070205080204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MS PGothic" panose="020B0600070205080204" pitchFamily="1" charset="-128"/>
                <a:cs typeface="+mn-cs"/>
              </a:rPr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MS PGothic" panose="020B0600070205080204" pitchFamily="1" charset="-128"/>
              <a:cs typeface="+mn-cs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/>
          <a:lstStyle/>
          <a:p>
            <a:pPr eaLnBrk="1" hangingPunct="1">
              <a:spcBef>
                <a:spcPct val="0"/>
              </a:spcBef>
            </a:pPr>
            <a:endParaRPr lang="en-US">
              <a:ea typeface="MS PGothic" panose="020B0600070205080204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MS PGothic" panose="020B0600070205080204" pitchFamily="1" charset="-128"/>
                <a:cs typeface="+mn-cs"/>
              </a:rPr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MS PGothic" panose="020B0600070205080204" pitchFamily="1" charset="-128"/>
              <a:cs typeface="+mn-cs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/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/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MS PGothic" panose="020B0600070205080204" pitchFamily="1" charset="-128"/>
          <a:cs typeface="MS PGothic" panose="020B0600070205080204" pitchFamily="1" charset="-128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pitchFamily="1" charset="0"/>
          <a:ea typeface="MS PGothic" panose="020B0600070205080204" pitchFamily="1" charset="-128"/>
          <a:cs typeface="MS PGothic" panose="020B0600070205080204" pitchFamily="1" charset="-128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pitchFamily="1" charset="0"/>
          <a:ea typeface="MS PGothic" panose="020B0600070205080204" pitchFamily="1" charset="-128"/>
          <a:cs typeface="MS PGothic" panose="020B0600070205080204" pitchFamily="1" charset="-128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pitchFamily="1" charset="0"/>
          <a:ea typeface="MS PGothic" panose="020B0600070205080204" pitchFamily="1" charset="-128"/>
          <a:cs typeface="MS PGothic" panose="020B0600070205080204" pitchFamily="1" charset="-128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pitchFamily="1" charset="0"/>
          <a:ea typeface="MS PGothic" panose="020B0600070205080204" pitchFamily="1" charset="-128"/>
          <a:cs typeface="MS PGothic" panose="020B0600070205080204" pitchFamily="1" charset="-128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pitchFamily="1" charset="0"/>
          <a:ea typeface="MS PGothic" panose="020B0600070205080204" pitchFamily="1" charset="-128"/>
          <a:cs typeface="MS PGothic" panose="020B0600070205080204" pitchFamily="1" charset="-128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pitchFamily="1" charset="0"/>
          <a:ea typeface="MS PGothic" panose="020B0600070205080204" pitchFamily="1" charset="-128"/>
          <a:cs typeface="MS PGothic" panose="020B0600070205080204" pitchFamily="1" charset="-128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pitchFamily="1" charset="0"/>
          <a:ea typeface="MS PGothic" panose="020B0600070205080204" pitchFamily="1" charset="-128"/>
          <a:cs typeface="MS PGothic" panose="020B0600070205080204" pitchFamily="1" charset="-128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pitchFamily="1" charset="0"/>
          <a:ea typeface="MS PGothic" panose="020B0600070205080204" pitchFamily="1" charset="-128"/>
          <a:cs typeface="MS PGothic" panose="020B0600070205080204" pitchFamily="1" charset="-128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TradeGothic"/>
          <a:ea typeface="MS PGothic" panose="020B0600070205080204" pitchFamily="1" charset="-128"/>
          <a:cs typeface="MS PGothic" panose="020B0600070205080204" pitchFamily="1" charset="-128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TradeGothic"/>
          <a:ea typeface="MS PGothic" panose="020B0600070205080204" pitchFamily="1" charset="-128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TradeGothic"/>
          <a:ea typeface="MS PGothic" panose="020B0600070205080204" pitchFamily="1" charset="-128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TradeGothic"/>
          <a:ea typeface="MS PGothic" panose="020B0600070205080204" pitchFamily="1" charset="-128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TradeGothic"/>
          <a:ea typeface="MS PGothic" panose="020B0600070205080204" pitchFamily="1" charset="-128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1"/>
          <a:srcRect r="59916"/>
          <a:stretch>
            <a:fillRect/>
          </a:stretch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999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–SIH26036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Theme-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PS Category- Software/Hardware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ID-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Name (Registered on portal)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br>
              <a:rPr lang="en-US" sz="3600" b="1" dirty="0">
                <a:latin typeface="Times New Roman" panose="02020603050405020304" pitchFamily="18" charset="0"/>
                <a:ea typeface="MS PGothic" panose="020B0600070205080204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MS PGothic" panose="020B0600070205080204" pitchFamily="1" charset="-128"/>
                <a:cs typeface="Times New Roman" panose="02020603050405020304" pitchFamily="18" charset="0"/>
              </a:rPr>
              <a:t>IDEA TITLE</a:t>
            </a:r>
            <a:endParaRPr lang="en-US" sz="3600" b="1" dirty="0">
              <a:latin typeface="Times New Roman" panose="02020603050405020304" pitchFamily="18" charset="0"/>
              <a:ea typeface="MS PGothic" panose="020B0600070205080204" pitchFamily="1" charset="-128"/>
              <a:cs typeface="Times New Roman" panose="02020603050405020304" pitchFamily="18" charset="0"/>
            </a:endParaRP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-1" y="2064921"/>
            <a:ext cx="12191999" cy="249299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3200" b="1" u="sng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Proposed Solution (Describe your Idea/Solution/Prototype)</a:t>
            </a:r>
            <a:endParaRPr lang="en-US" sz="3200" u="sng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u="sng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u="sng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Detailed explanation of the proposed solution</a:t>
            </a:r>
            <a:endParaRPr 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How it addresses the problem</a:t>
            </a:r>
            <a:endParaRPr 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Innovation and uniqueness of the solution </a:t>
            </a:r>
            <a:endParaRPr 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MS PGothic" panose="020B0600070205080204" pitchFamily="1" charset="-128"/>
                <a:cs typeface="Times New Roman" panose="02020603050405020304" pitchFamily="18" charset="0"/>
              </a:rPr>
              <a:t>TECHNICAL APPROACH</a:t>
            </a:r>
            <a:endParaRPr lang="en-US" sz="3600" b="1" dirty="0">
              <a:latin typeface="Times New Roman" panose="02020603050405020304" pitchFamily="18" charset="0"/>
              <a:ea typeface="MS PGothic" panose="020B0600070205080204" pitchFamily="1" charset="-128"/>
              <a:cs typeface="Times New Roman" panose="02020603050405020304" pitchFamily="18" charset="0"/>
            </a:endParaRP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815882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Technologies to be used (e.g. programming languages, frameworks, hardware)</a:t>
            </a:r>
            <a:endParaRPr 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Methodology and process for implementation (Flow Charts/Images/ working prototype)</a:t>
            </a:r>
            <a:endParaRPr 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 panose="020F0502020204030204"/>
              <a:ea typeface="MS PGothic" panose="020B0600070205080204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MS PGothic" panose="020B0600070205080204" pitchFamily="1" charset="-128"/>
                <a:cs typeface="Times New Roman" panose="02020603050405020304" pitchFamily="18" charset="0"/>
              </a:rPr>
              <a:t>FEASIBILITY AND VIABILITY</a:t>
            </a:r>
            <a:endParaRPr lang="en-US" sz="3600" b="1" dirty="0">
              <a:latin typeface="Times New Roman" panose="02020603050405020304" pitchFamily="18" charset="0"/>
              <a:ea typeface="MS PGothic" panose="020B0600070205080204" pitchFamily="1" charset="-128"/>
              <a:cs typeface="Times New Roman" panose="02020603050405020304" pitchFamily="18" charset="0"/>
            </a:endParaRP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Analysis of the feasibility of the idea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1" charset="-128"/>
              <a:cs typeface="Arial" panose="020B0604020202020204" pitchFamily="34" charset="0"/>
            </a:endParaRP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Potential challenges and risks</a:t>
            </a:r>
            <a:endParaRPr lang="en-US" sz="280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1" charset="-128"/>
                <a:cs typeface="Arial" panose="020B0604020202020204" pitchFamily="34" charset="0"/>
              </a:rPr>
              <a:t>Strategies</a:t>
            </a:r>
            <a:r>
              <a:rPr kumimoji="0" lang="en-US" sz="2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1" charset="-128"/>
                <a:cs typeface="Arial" panose="020B0604020202020204" pitchFamily="34" charset="0"/>
              </a:rPr>
              <a:t> for overcoming these challenges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1" charset="-128"/>
              <a:cs typeface="Arial" panose="020B0604020202020204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MS PGothic" panose="020B0600070205080204" pitchFamily="1" charset="-128"/>
                <a:cs typeface="+mn-cs"/>
              </a:rPr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MS PGothic" panose="020B0600070205080204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 panose="020F0502020204030204"/>
              <a:ea typeface="MS PGothic" panose="020B0600070205080204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MS PGothic" panose="020B0600070205080204" pitchFamily="1" charset="-128"/>
                <a:cs typeface="Times New Roman" panose="02020603050405020304" pitchFamily="18" charset="0"/>
              </a:rPr>
              <a:t>IMPACT AND BENEFITS</a:t>
            </a:r>
            <a:endParaRPr lang="en-US" sz="3600" b="1" dirty="0">
              <a:latin typeface="Times New Roman" panose="02020603050405020304" pitchFamily="18" charset="0"/>
              <a:ea typeface="MS PGothic" panose="020B0600070205080204" pitchFamily="1" charset="-128"/>
              <a:cs typeface="Times New Roman" panose="02020603050405020304" pitchFamily="18" charset="0"/>
            </a:endParaRP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1" charset="-128"/>
                <a:cs typeface="Arial" panose="020B0604020202020204" pitchFamily="34" charset="0"/>
              </a:rPr>
              <a:t>Potential impact on the target audience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1" charset="-128"/>
              <a:cs typeface="Arial" panose="020B0604020202020204" pitchFamily="34" charset="0"/>
            </a:endParaRP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Benefits of the solution (social, economic, environmental, etc.)</a:t>
            </a:r>
            <a:endParaRPr lang="en-US" sz="280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MS PGothic" panose="020B0600070205080204" pitchFamily="1" charset="-128"/>
                <a:cs typeface="+mn-cs"/>
              </a:rPr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MS PGothic" panose="020B0600070205080204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 panose="020F0502020204030204"/>
              <a:ea typeface="MS PGothic" panose="020B0600070205080204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MS PGothic" panose="020B0600070205080204" pitchFamily="1" charset="-128"/>
                <a:cs typeface="Times New Roman" panose="02020603050405020304" pitchFamily="18" charset="0"/>
              </a:rPr>
              <a:t>RESEARCH  AND REFERENCES</a:t>
            </a:r>
            <a:endParaRPr lang="en-US" sz="3600" b="1" dirty="0">
              <a:latin typeface="Times New Roman" panose="02020603050405020304" pitchFamily="18" charset="0"/>
              <a:ea typeface="MS PGothic" panose="020B0600070205080204" pitchFamily="1" charset="-128"/>
              <a:cs typeface="Times New Roman" panose="02020603050405020304" pitchFamily="18" charset="0"/>
            </a:endParaRP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795263"/>
            <a:ext cx="9385300" cy="52322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sz="2800" noProof="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Details / Links of the reference and research work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1" charset="-128"/>
              <a:cs typeface="Arial" panose="020B0604020202020204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MS PGothic" panose="020B0600070205080204" pitchFamily="1" charset="-128"/>
                <a:cs typeface="+mn-cs"/>
              </a:rPr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MS PGothic" panose="020B0600070205080204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 panose="020F0502020204030204"/>
              <a:ea typeface="MS PGothic" panose="020B0600070205080204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MS PGothic" panose="020B0600070205080204" pitchFamily="1" charset="-128"/>
                <a:cs typeface="+mn-cs"/>
              </a:rPr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MS PGothic" panose="020B0600070205080204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3" name="Round Diagonal Corner Rectangle 2"/>
          <p:cNvSpPr/>
          <p:nvPr/>
        </p:nvSpPr>
        <p:spPr>
          <a:xfrm>
            <a:off x="0" y="1791032"/>
            <a:ext cx="12192000" cy="431920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 panose="020F0502020204030204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 panose="020F0502020204030204"/>
                <a:cs typeface="Arial" panose="020B0604020202020204" pitchFamily="34" charset="0"/>
                <a:sym typeface="Calibri" panose="020F0502020204030204"/>
              </a:rPr>
              <a:t>Kindly keep the maximum slides limit up to six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 panose="020F0502020204030204"/>
                <a:cs typeface="Arial" panose="020B0604020202020204" pitchFamily="34" charset="0"/>
                <a:sym typeface="Calibri" panose="020F0502020204030204"/>
              </a:rPr>
              <a:t>(6). 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 panose="020F0502020204030204"/>
                <a:cs typeface="Arial" panose="020B0604020202020204" pitchFamily="34" charset="0"/>
                <a:sym typeface="Calibri" panose="020F0502020204030204"/>
              </a:rPr>
              <a:t>( Including the 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 panose="020F0502020204030204"/>
                <a:cs typeface="Arial" panose="020B0604020202020204" pitchFamily="34" charset="0"/>
                <a:sym typeface="Calibri" panose="020F0502020204030204"/>
              </a:rPr>
              <a:t>title slide)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 panose="020F0502020204030204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 panose="020F0502020204030204"/>
                <a:cs typeface="Arial" panose="020B0604020202020204" pitchFamily="34" charset="0"/>
                <a:sym typeface="Calibri" panose="020F0502020204030204"/>
              </a:rPr>
              <a:t>Try to avoid paragraphs and post your idea in points /diagrams / Infographics /pictures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 panose="020F0502020204030204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 panose="020F0502020204030204"/>
                <a:cs typeface="Arial" panose="020B0604020202020204" pitchFamily="34" charset="0"/>
                <a:sym typeface="Calibri" panose="020F0502020204030204"/>
              </a:rPr>
              <a:t>Keep your explanation precise and easy to understand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 panose="020F0502020204030204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 panose="020F0502020204030204"/>
                <a:cs typeface="Arial" panose="020B0604020202020204" pitchFamily="34" charset="0"/>
                <a:sym typeface="Calibri" panose="020F0502020204030204"/>
              </a:rPr>
              <a:t>Idea should be unique and novel.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 panose="020F0502020204030204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 panose="020F0502020204030204"/>
                <a:cs typeface="Arial" panose="020B0604020202020204" pitchFamily="34" charset="0"/>
                <a:sym typeface="Calibri" panose="020F0502020204030204"/>
              </a:rPr>
              <a:t>You can only use provided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 panose="020F0502020204030204"/>
                <a:cs typeface="Arial" panose="020B0604020202020204" pitchFamily="34" charset="0"/>
                <a:sym typeface="Calibri" panose="020F0502020204030204"/>
              </a:rPr>
              <a:t>template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 panose="020F0502020204030204"/>
                <a:cs typeface="Arial" panose="020B0604020202020204" pitchFamily="34" charset="0"/>
                <a:sym typeface="Calibri" panose="020F0502020204030204"/>
              </a:rPr>
              <a:t> for making the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 panose="020F0502020204030204"/>
                <a:cs typeface="Arial" panose="020B0604020202020204" pitchFamily="34" charset="0"/>
                <a:sym typeface="Calibri" panose="020F0502020204030204"/>
              </a:rPr>
              <a:t>PPT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 panose="020F0502020204030204"/>
                <a:cs typeface="Arial" panose="020B0604020202020204" pitchFamily="34" charset="0"/>
                <a:sym typeface="Calibri" panose="020F0502020204030204"/>
              </a:rPr>
              <a:t> without changing the idea details pointers (mentioned in previous slides).</a:t>
            </a: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 panose="020F0502020204030204"/>
              <a:cs typeface="Arial" panose="020B0604020202020204" pitchFamily="34" charset="0"/>
              <a:sym typeface="Calibri" panose="020F0502020204030204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 panose="020F0502020204030204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 panose="020F0502020204030204"/>
                <a:cs typeface="Arial" panose="020B0604020202020204" pitchFamily="34" charset="0"/>
                <a:sym typeface="Calibri" panose="020F0502020204030204"/>
              </a:rPr>
              <a:t>You need to save the file in PDF and upload the same on portal. No PPT, Word Doc or any other format will be supported.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 panose="020F0502020204030204"/>
              <a:buNone/>
            </a:pP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 panose="020F0502020204030204"/>
              <a:cs typeface="Arial" panose="020B0604020202020204" pitchFamily="34" charset="0"/>
              <a:sym typeface="Calibri" panose="020F0502020204030204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 panose="020B0604020202020204"/>
              <a:buNone/>
            </a:pP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 panose="020F0502020204030204"/>
                <a:cs typeface="Arial" panose="020B0604020202020204" pitchFamily="34" charset="0"/>
                <a:sym typeface="Calibri" panose="020F0502020204030204"/>
              </a:rPr>
              <a:t>Note - You can delete this slide (Important Pointers) when you upload the details of your idea on SIH portal.</a:t>
            </a:r>
            <a:endParaRPr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 panose="020F0502020204030204"/>
              <a:buNone/>
            </a:pPr>
            <a:endParaRPr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 panose="020F0502020204030204"/>
              <a:cs typeface="Arial" panose="020B0604020202020204" pitchFamily="34" charset="0"/>
              <a:sym typeface="Calibri" panose="020F0502020204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 panose="020F0502020204030204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 dirty="0">
              <a:solidFill>
                <a:schemeClr val="dk1"/>
              </a:solidFill>
              <a:latin typeface="Arial" panose="020B0604020202020204" pitchFamily="34" charset="0"/>
              <a:ea typeface="Calibri" panose="020F0502020204030204"/>
              <a:cs typeface="Arial" panose="020B0604020202020204" pitchFamily="34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1813</Words>
  <Application>WPS Presentation</Application>
  <PresentationFormat>Widescreen</PresentationFormat>
  <Paragraphs>88</Paragraphs>
  <Slides>7</Slides>
  <Notes>6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23" baseType="lpstr">
      <vt:lpstr>Arial</vt:lpstr>
      <vt:lpstr>SimSun</vt:lpstr>
      <vt:lpstr>Wingdings</vt:lpstr>
      <vt:lpstr>Calibri</vt:lpstr>
      <vt:lpstr>MS PGothic</vt:lpstr>
      <vt:lpstr>TradeGothic</vt:lpstr>
      <vt:lpstr>Segoe Print</vt:lpstr>
      <vt:lpstr>TradeGothic</vt:lpstr>
      <vt:lpstr>Arial</vt:lpstr>
      <vt:lpstr>Times New Roman</vt:lpstr>
      <vt:lpstr>Garamond</vt:lpstr>
      <vt:lpstr>PMingLiU-ExtB</vt:lpstr>
      <vt:lpstr>Calibri</vt:lpstr>
      <vt:lpstr>Microsoft YaHei</vt:lpstr>
      <vt:lpstr>Arial Unicode MS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演示文稿</vt:lpstr>
    </vt:vector>
  </TitlesOfParts>
  <Company>Crowdfunder, Inc.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creator>Crowdfunder</dc:creator>
  <cp:lastModifiedBy>jahnavi</cp:lastModifiedBy>
  <cp:revision>149</cp:revision>
  <dcterms:created xsi:type="dcterms:W3CDTF">2013-12-12T18:46:00Z</dcterms:created>
  <dcterms:modified xsi:type="dcterms:W3CDTF">2026-08-29T06:36:00Z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77AC77D7C0DF44009ACE70C863CC9730_12</vt:lpwstr>
  </property>
  <property fmtid="{D5CDD505-2E9C-101B-9397-08002B2CF9AE}" pid="3" name="KSOProductBuildVer">
    <vt:lpwstr>2057-12.2.0.23206</vt:lpwstr>
  </property>
</Properties>
</file>