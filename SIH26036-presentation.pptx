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move the 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32469A8-E0D8-4322-A5D2-BDFDFB79A810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EAF4F63-7127-4137-A9C0-619308E5E47E}" type="slidenum">
              <a:rPr b="0" lang="en-US" sz="1200" spc="-1" strike="noStrike">
                <a:latin typeface="Times New Roman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4291344-1E84-4C4C-84AC-FCA0E565A5DC}" type="slidenum">
              <a:rPr b="0" lang="en-US" sz="1200" spc="-1" strike="noStrike">
                <a:latin typeface="Times New Roman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2A14EAC9-B4F1-4AEA-8760-1C1146703B92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F076DAD-EDDE-44A8-B600-5DC6702F93EE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FD06F02-50EA-4541-8F8E-D3548DD2BF83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E4FCC4A-C798-4133-91DB-40A8CD33A432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F7E310-6345-4BA7-996A-5B77E89F25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CA47B4-CF1C-449F-B3CD-7F0BCA7A93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1712D0-DEE9-4DC6-9712-772048DB594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688A46-3DCD-4836-BA3C-CA6FB6406E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9E3D16-EA35-42F4-B224-7AE590AB8B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A94C22-1398-4E50-A6F7-D9A1512ACE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E8D7B0-6DF2-4131-BB4D-DA3E227741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28CDAE-65B0-49FD-950A-E46AB06B67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7865F5-3CB2-4AFF-ABFF-B9D14F74C9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65A735-1ACD-4143-B5C3-80D2F6CF05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D41B61-CDA7-4431-BE0D-5B1B95FAF9D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18DF0B-3F2E-4D0F-935D-A28F48B6BDF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28A85E-2714-4F97-A8E9-88140BD3E9C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B1B2840-C184-453F-985B-2470A125B4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FDA0B4-6558-4A00-9E85-CD8012274F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FE9E76-6990-40F3-81BC-B579DD1622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39AD95-5F14-4A25-8E76-ED050B00D34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9D064C-A9E4-43FB-B542-1BDE50F919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E3FC4E-D2A0-4412-AEB6-3847E4895D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C743865-1505-4F78-AEF1-4676CE9B55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72BC844-5CE3-44ED-8521-9D1333FCAB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4879EF-621C-46BC-A716-82794F1C06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B8F268-907A-4752-AA29-D611D494010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3911F7E-D669-4CCC-A452-552A3EA5309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IN" sz="1800" spc="-1" strike="noStrike">
                <a:latin typeface="Arial"/>
              </a:rPr>
              <a:t>Click to edit the title text format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radeGothic"/>
              </a:rPr>
              <a:t> 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86C2D6F-984F-4F71-86CD-46E941E2763F}" type="slidenum"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1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 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radeGothic"/>
              </a:rPr>
              <a:t>&lt;footer&gt;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6C883F-2368-4309-B9B6-329B92DB16E3}" type="slidenum">
              <a:rPr b="0" lang="en-US" sz="1200" spc="-1" strike="noStrike">
                <a:solidFill>
                  <a:srgbClr val="898989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24"/>
          <p:cNvSpPr/>
          <p:nvPr/>
        </p:nvSpPr>
        <p:spPr>
          <a:xfrm>
            <a:off x="1523880" y="0"/>
            <a:ext cx="9143280" cy="6857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Freeform: Shape 26"/>
          <p:cNvSpPr/>
          <p:nvPr/>
        </p:nvSpPr>
        <p:spPr>
          <a:xfrm>
            <a:off x="5656680" y="851400"/>
            <a:ext cx="4637880" cy="5154120"/>
          </a:xfrm>
          <a:custGeom>
            <a:avLst/>
            <a:gdLst/>
            <a:ah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90" name="Picture 4" descr=""/>
          <p:cNvPicPr/>
          <p:nvPr/>
        </p:nvPicPr>
        <p:blipFill>
          <a:blip r:embed="rId1"/>
          <a:srcRect l="0" t="0" r="59916" b="0"/>
          <a:stretch/>
        </p:blipFill>
        <p:spPr>
          <a:xfrm>
            <a:off x="6854760" y="1715760"/>
            <a:ext cx="3202920" cy="3425400"/>
          </a:xfrm>
          <a:prstGeom prst="rect">
            <a:avLst/>
          </a:prstGeom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ubTitle"/>
          </p:nvPr>
        </p:nvSpPr>
        <p:spPr>
          <a:xfrm>
            <a:off x="1245600" y="648720"/>
            <a:ext cx="8533800" cy="1751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IN" sz="32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TITLE PAGE</a:t>
            </a:r>
            <a:endParaRPr b="0" lang="en-IN" sz="3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331200" y="-526680"/>
            <a:ext cx="10362600" cy="207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1f497d"/>
                </a:solidFill>
                <a:latin typeface="Garamond"/>
                <a:ea typeface="ＭＳ Ｐゴシック"/>
              </a:rPr>
              <a:t>SMART INDIA HACKATHON 2026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-267120" y="2446920"/>
            <a:ext cx="5923800" cy="47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endParaRPr b="0" lang="en-IN" sz="18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Problem Statement ID –hello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Problem Statement Title-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Theme-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PS Category- Software/Hardware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Team ID-</a:t>
            </a:r>
            <a:endParaRPr b="0" lang="en-IN" sz="2400" spc="-1" strike="noStrike">
              <a:latin typeface="Arial"/>
            </a:endParaRPr>
          </a:p>
          <a:p>
            <a:pPr marL="285840" indent="-285840" algn="just">
              <a:lnSpc>
                <a:spcPct val="2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Team Name (Registered on portal)</a:t>
            </a:r>
            <a:endParaRPr b="0" lang="en-IN" sz="2400" spc="-1" strike="noStrike">
              <a:latin typeface="Arial"/>
            </a:endParaRPr>
          </a:p>
        </p:txBody>
      </p:sp>
      <p:pic>
        <p:nvPicPr>
          <p:cNvPr id="94" name="Picture 1" descr=""/>
          <p:cNvPicPr/>
          <p:nvPr/>
        </p:nvPicPr>
        <p:blipFill>
          <a:blip r:embed="rId2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8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82880" y="0"/>
            <a:ext cx="10972080" cy="1142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br>
              <a:rPr sz="3600"/>
            </a:b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IDEA TITLE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0" y="2064960"/>
            <a:ext cx="12191400" cy="2466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buClr>
                <a:srgbClr val="1f497d"/>
              </a:buClr>
              <a:buFont typeface="Wingdings" charset="2"/>
              <a:buChar char=""/>
            </a:pPr>
            <a:r>
              <a:rPr b="1" lang="en-US" sz="3200" spc="-1" strike="noStrike" u="sng">
                <a:solidFill>
                  <a:srgbClr val="1f497d"/>
                </a:solidFill>
                <a:uFillTx/>
                <a:latin typeface="Arial"/>
                <a:ea typeface="ＭＳ Ｐゴシック"/>
              </a:rPr>
              <a:t>Proposed Solution (Describe your Idea/Solution/Prototype)</a:t>
            </a:r>
            <a:endParaRPr b="0" lang="en-IN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20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Detailed explanation of the proposed solution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How it addresses the problem,hii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Innovation and uniqueness of the solution 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10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D9E125-287B-480D-844E-F98713414818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ftr" idx="11"/>
          </p:nvPr>
        </p:nvSpPr>
        <p:spPr>
          <a:xfrm>
            <a:off x="4648320" y="6356520"/>
            <a:ext cx="32032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00" name="Oval 9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01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9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TECHNICAL APPROACH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609480" y="2533680"/>
            <a:ext cx="9384480" cy="1796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Technologies to be used (e.g. programming languages, frameworks, hardware)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Methodology and process for implementation (Flow Charts/Images/ working prototype)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F5B8B2-0A9F-46A6-95E2-0DA923BB5324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ftr" idx="13"/>
          </p:nvPr>
        </p:nvSpPr>
        <p:spPr>
          <a:xfrm>
            <a:off x="4648320" y="6356520"/>
            <a:ext cx="32032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07" name="Oval 10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08" name="Picture 11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9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FEASIBILITY AND VIABILITY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609480" y="2533680"/>
            <a:ext cx="9384480" cy="1369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Analysis of the feasibility of the idea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Potential challenges and risks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Strategies for overcoming these challenges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14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97693EE-CEEE-4A5E-A0BE-F807D81B4391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ftr" idx="15"/>
          </p:nvPr>
        </p:nvSpPr>
        <p:spPr>
          <a:xfrm>
            <a:off x="4648320" y="6356520"/>
            <a:ext cx="32032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14" name="Oval 11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15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9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IMPACT AND BENEFITS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18" name="TextBox 8"/>
          <p:cNvSpPr/>
          <p:nvPr/>
        </p:nvSpPr>
        <p:spPr>
          <a:xfrm>
            <a:off x="609480" y="2533680"/>
            <a:ext cx="9384480" cy="1369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Potential impact on the target audience</a:t>
            </a:r>
            <a:endParaRPr b="0" lang="en-IN" sz="2800" spc="-1" strike="noStrike">
              <a:latin typeface="Arial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Benefits of the solution (social, economic, environmental, etc.)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ldNum" idx="16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F5A9CC5-A8F1-498D-A163-D390EB6C17B3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17"/>
          </p:nvPr>
        </p:nvSpPr>
        <p:spPr>
          <a:xfrm>
            <a:off x="4648320" y="6356520"/>
            <a:ext cx="32032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21" name="Oval 11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22" name="Picture 10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9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RESEARCH  AND REFERENCES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609480" y="2795400"/>
            <a:ext cx="9384480" cy="516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Details / Links of the reference and research work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E9691297-C733-46DE-92D3-A0DC007ABC93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ftr" idx="19"/>
          </p:nvPr>
        </p:nvSpPr>
        <p:spPr>
          <a:xfrm>
            <a:off x="4648320" y="6356520"/>
            <a:ext cx="32032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28" name="Oval 8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>
            <a:solidFill>
              <a:srgbClr val="8064a2"/>
            </a:solidFill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Your Team Name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29" name="Picture 11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9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r="5400000" dist="23040" rotWithShape="0">
              <a:srgbClr val="80808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1" name="PlaceHolder 1"/>
          <p:cNvSpPr>
            <a:spLocks noGrp="1"/>
          </p:cNvSpPr>
          <p:nvPr>
            <p:ph type="sldNum" idx="20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09B2206-7291-430D-9054-CC98CCCB011F}" type="slidenum">
              <a:rPr b="1" lang="en-US" sz="1200" spc="-1" strike="noStrike">
                <a:solidFill>
                  <a:srgbClr val="ffffff"/>
                </a:solidFill>
                <a:latin typeface="TradeGothic"/>
                <a:ea typeface="ＭＳ Ｐゴシック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21"/>
          </p:nvPr>
        </p:nvSpPr>
        <p:spPr>
          <a:xfrm>
            <a:off x="4648320" y="6356520"/>
            <a:ext cx="32032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ffffff"/>
                </a:solidFill>
                <a:latin typeface="TradeGothic"/>
              </a:defRPr>
            </a:lvl1pPr>
          </a:lstStyle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TradeGothic"/>
              </a:rPr>
              <a:t>@SIH Idea submission- Template</a:t>
            </a:r>
            <a:endParaRPr b="0" lang="en-IN" sz="1200" spc="-1" strike="noStrike">
              <a:latin typeface="Times New Roman"/>
            </a:endParaRPr>
          </a:p>
        </p:txBody>
      </p:sp>
      <p:sp>
        <p:nvSpPr>
          <p:cNvPr id="133" name="Round Diagonal Corner Rectangle 2"/>
          <p:cNvSpPr/>
          <p:nvPr/>
        </p:nvSpPr>
        <p:spPr>
          <a:xfrm>
            <a:off x="0" y="1791000"/>
            <a:ext cx="12191400" cy="431856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Google Shape;100;p3"/>
          <p:cNvSpPr/>
          <p:nvPr/>
        </p:nvSpPr>
        <p:spPr>
          <a:xfrm>
            <a:off x="367920" y="1915560"/>
            <a:ext cx="11764080" cy="40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514440" indent="-514440" algn="just">
              <a:lnSpc>
                <a:spcPct val="9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Kindly keep the maximum slides limit up to six </a:t>
            </a:r>
            <a:r>
              <a:rPr b="1" lang="en-US" sz="1800" spc="-1" strike="noStrike">
                <a:solidFill>
                  <a:srgbClr val="c00000"/>
                </a:solidFill>
                <a:latin typeface="Arial"/>
                <a:ea typeface="Calibri"/>
              </a:rPr>
              <a:t>(6). 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( Including the title slide)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Try to avoid paragraphs and post your idea in points /diagrams / Infographics /pictures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Keep your explanation precise and easy to understand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Idea should be unique and novel. 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You can only use provided template for making the PPT without changing the idea details pointers (mentioned in previous slides).</a:t>
            </a:r>
            <a:endParaRPr b="0" lang="en-IN" sz="1800" spc="-1" strike="noStrike">
              <a:latin typeface="Arial"/>
            </a:endParaRPr>
          </a:p>
          <a:p>
            <a:pPr marL="514440" indent="-514440" algn="just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Calibri"/>
              <a:buAutoNum type="arabicPeriod"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You need to save the file in PDF and upload the same on portal. No PPT, Word Doc or any other format will be supported.</a:t>
            </a:r>
            <a:endParaRPr b="0" lang="en-IN" sz="1800" spc="-1" strike="noStrike">
              <a:latin typeface="Arial"/>
            </a:endParaRPr>
          </a:p>
          <a:p>
            <a:pPr marL="514440" indent="-349920" algn="just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N" sz="1800" spc="-1" strike="noStrike">
              <a:latin typeface="Arial"/>
            </a:endParaRPr>
          </a:p>
          <a:p>
            <a:pPr marL="514440" indent="-349920" algn="just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c00000"/>
                </a:solidFill>
                <a:latin typeface="Arial"/>
                <a:ea typeface="Calibri"/>
              </a:rPr>
              <a:t>Note - You can delete this slide (Important Pointers) when you upload the details of your idea on SIH portal.</a:t>
            </a:r>
            <a:endParaRPr b="0" lang="en-IN" sz="1800" spc="-1" strike="noStrike">
              <a:latin typeface="Arial"/>
            </a:endParaRPr>
          </a:p>
          <a:p>
            <a:pPr marL="914400" indent="-316080" algn="just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IN" sz="2000" spc="-1" strike="noStrike"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1393200" y="106920"/>
            <a:ext cx="840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IMPORTANT INSTRUCTIONS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602280" y="1181880"/>
            <a:ext cx="955692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90000"/>
              </a:lnSpc>
              <a:spcBef>
                <a:spcPts val="1001"/>
              </a:spcBef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  <a:ea typeface="Calibri"/>
              </a:rPr>
              <a:t>Please ensure below pointers are met while submitting the Idea PPT:</a:t>
            </a:r>
            <a:endParaRPr b="0" lang="en-IN" sz="1800" spc="-1" strike="noStrike">
              <a:latin typeface="Arial"/>
            </a:endParaRPr>
          </a:p>
        </p:txBody>
      </p:sp>
      <p:pic>
        <p:nvPicPr>
          <p:cNvPr id="137" name="Picture 12" descr=""/>
          <p:cNvPicPr/>
          <p:nvPr/>
        </p:nvPicPr>
        <p:blipFill>
          <a:blip r:embed="rId1"/>
          <a:stretch/>
        </p:blipFill>
        <p:spPr>
          <a:xfrm>
            <a:off x="9780120" y="1440"/>
            <a:ext cx="2249280" cy="106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7489</TotalTime>
  <Application>LibreOffice/7.3.7.2$Linux_X86_64 LibreOffice_project/30$Build-2</Application>
  <AppVersion>15.0000</AppVersion>
  <Words>325</Words>
  <Paragraphs>62</Paragraphs>
  <Company>Crowdfunder, Inc.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  <dc:description/>
  <dc:language>en-IN</dc:language>
  <cp:lastModifiedBy/>
  <dcterms:modified xsi:type="dcterms:W3CDTF">2026-08-29T12:04:49Z</dcterms:modified>
  <cp:revision>152</cp:revision>
  <dc:subject/>
  <dc:title>Investor Pitch Deck Template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