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notesMasterIdLst>
    <p:notesMasterId r:id="rId6"/>
  </p:notesMasterIdLst>
  <p:sldIdLst>
    <p:sldId id="256" r:id="rId4"/>
    <p:sldId id="257" r:id="rId5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r>
              <a:rPr lang="en-IN" sz="4400" b="0" strike="noStrike" spc="-1">
                <a:latin typeface="Arial" panose="020B0604020202020204"/>
              </a:rPr>
              <a:t>Click to move the slide</a:t>
            </a: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IN" sz="2000" b="0" strike="noStrike" spc="-1">
                <a:latin typeface="Arial" panose="020B0604020202020204"/>
              </a:rPr>
              <a:t>Click to edit the notes format</a:t>
            </a:r>
            <a:endParaRPr lang="en-IN" sz="2000" b="0" strike="noStrike" spc="-1">
              <a:latin typeface="Arial" panose="020B0604020202020204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IN" sz="1400" b="0" strike="noStrike" spc="-1">
                <a:latin typeface="Times New Roman" panose="02020603050405020304"/>
              </a:rPr>
              <a:t>&lt;header&gt;</a:t>
            </a:r>
            <a:endParaRPr lang="en-IN" sz="1400" b="0" strike="noStrike" spc="-1">
              <a:latin typeface="Times New Roman" panose="02020603050405020304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IN" sz="1400" b="0" strike="noStrike" spc="-1">
                <a:latin typeface="Times New Roman" panose="02020603050405020304"/>
              </a:defRPr>
            </a:lvl1pPr>
          </a:lstStyle>
          <a:p>
            <a:pPr algn="r">
              <a:buNone/>
            </a:pPr>
            <a:r>
              <a:rPr lang="en-IN" sz="1400" b="0" strike="noStrike" spc="-1">
                <a:latin typeface="Times New Roman" panose="02020603050405020304"/>
              </a:rPr>
              <a:t>&lt;date/time&gt;</a:t>
            </a:r>
            <a:endParaRPr lang="en-IN" sz="1400" b="0" strike="noStrike" spc="-1">
              <a:latin typeface="Times New Roman" panose="02020603050405020304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IN" sz="1400" b="0" strike="noStrike" spc="-1">
                <a:latin typeface="Times New Roman" panose="02020603050405020304"/>
              </a:defRPr>
            </a:lvl1pPr>
          </a:lstStyle>
          <a:p>
            <a:r>
              <a:rPr lang="en-IN" sz="1400" b="0" strike="noStrike" spc="-1">
                <a:latin typeface="Times New Roman" panose="02020603050405020304"/>
              </a:rPr>
              <a:t>&lt;footer&gt;</a:t>
            </a:r>
            <a:endParaRPr lang="en-IN" sz="1400" b="0" strike="noStrike" spc="-1">
              <a:latin typeface="Times New Roman" panose="02020603050405020304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IN" sz="1400" b="0" strike="noStrike" spc="-1">
                <a:latin typeface="Times New Roman" panose="02020603050405020304"/>
              </a:defRPr>
            </a:lvl1pPr>
          </a:lstStyle>
          <a:p>
            <a:pPr algn="r">
              <a:buNone/>
            </a:pPr>
            <a:fld id="{2CBEB42E-CD77-46CD-8EB9-D861ACD354C3}" type="slidenum">
              <a:rPr lang="en-IN" sz="1400" b="0" strike="noStrike" spc="-1">
                <a:latin typeface="Times New Roman" panose="02020603050405020304"/>
              </a:rPr>
            </a:fld>
            <a:endParaRPr lang="en-IN" sz="1400" b="0" strike="noStrike" spc="-1"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t">
            <a:noAutofit/>
          </a:bodyPr>
          <a:p>
            <a:endParaRPr lang="en-IN" sz="2000" b="0" strike="noStrike" spc="-1">
              <a:latin typeface="Arial" panose="020B0604020202020204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 panose="02020603050405020304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D7852B1-F119-4FEE-AC10-03D9BEF07B87}" type="slidenum">
              <a:rPr lang="en-US" sz="1200" b="0" strike="noStrike" spc="-1">
                <a:latin typeface="Times New Roman" panose="02020603050405020304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t">
            <a:noAutofit/>
          </a:bodyPr>
          <a:p>
            <a:endParaRPr lang="en-IN" sz="2000" b="0" strike="noStrike" spc="-1">
              <a:latin typeface="Arial" panose="020B0604020202020204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 panose="02020603050405020304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E8B9DF8-E473-44D2-8239-4CBA2E51694C}" type="slidenum">
              <a:rPr lang="en-US" sz="1200" b="0" strike="noStrike" spc="-1">
                <a:latin typeface="Times New Roman" panose="02020603050405020304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t">
            <a:noAutofit/>
          </a:bodyPr>
          <a:p>
            <a:endParaRPr lang="en-IN" sz="2000" b="0" strike="noStrike" spc="-1">
              <a:latin typeface="Arial" panose="020B0604020202020204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8CC99B75-6C98-4613-95A4-A630DE0C91BD}" type="slidenum">
              <a:rPr lang="en-US" sz="12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t">
            <a:noAutofit/>
          </a:bodyPr>
          <a:p>
            <a:endParaRPr lang="en-IN" sz="2000" b="0" strike="noStrike" spc="-1">
              <a:latin typeface="Arial" panose="020B0604020202020204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4B561FAB-3F60-472F-BE96-6E85CBF84C7D}" type="slidenum">
              <a:rPr lang="en-US" sz="12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t">
            <a:noAutofit/>
          </a:bodyPr>
          <a:p>
            <a:endParaRPr lang="en-IN" sz="2000" b="0" strike="noStrike" spc="-1">
              <a:latin typeface="Arial" panose="020B0604020202020204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267E55A3-0822-4D0C-B4BC-7CC6E9F3389D}" type="slidenum">
              <a:rPr lang="en-US" sz="12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t">
            <a:noAutofit/>
          </a:bodyPr>
          <a:p>
            <a:endParaRPr lang="en-IN" sz="2000" b="0" strike="noStrike" spc="-1">
              <a:latin typeface="Arial" panose="020B0604020202020204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17DC6A1F-7929-4484-9330-67703A7FADF1}" type="slidenum">
              <a:rPr lang="en-US" sz="12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C34302-17A9-4E36-9CEF-E67E70B1CFFA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D0991D-C8B3-480D-934D-4090E60542EF}" type="slidenum">
              <a:rPr/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E3D7E6-88C1-435E-A047-EFA036103880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EC3FC0-A8A5-4587-9E68-4851DB7415AF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BAA6F9-139B-4AD2-9E92-94E1F194E096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01A44D-B6D3-4946-88C3-23BBE3BEAC6D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54F9EB-528D-4396-86F9-5C9EC37DFACD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0A2A16-47CD-474A-AAC8-9B701937A53D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27F91B-478E-46DB-A81F-A683D8E8A74F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DF235F-9E31-4721-AF82-380EA50A32EF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0F871E-100D-410B-8A63-4702E0C9C6FD}" type="slidenum">
              <a:rPr/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F705E9-0577-4474-8CD2-6319FE07C2D4}" type="slidenum">
              <a:rPr/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169EF6E-70DC-4EF8-9159-DE0428DCF5B4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C06266-91ED-42C6-B0FB-0703F9FF5056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9106F82-924C-472C-8FE8-9295A1D58FCE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65E24A-B90A-461E-95AD-0B78A8A97E56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FEB2857-E0C9-4A76-92A2-2A1DF4045005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1DC8DE-FBAA-4CC1-842C-B06D054242F5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EA52B8-4F1E-4483-BF3B-283CD622EF44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4CBDFA4-0A26-4FFB-BEDC-1AE0DD027EE5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A7745DA-F0BF-4E10-9BB6-8FD3A897065B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074E612-90C9-46DD-AC26-2090A9C5358C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BF0C62-9994-4B0D-B5EE-AFCC93A1BDDB}" type="slidenum">
              <a:rPr/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676D1E2-BD9A-48C5-83DF-0CA18D7E0A49}" type="slidenum">
              <a:rPr/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0.xml"/><Relationship Id="rId7" Type="http://schemas.openxmlformats.org/officeDocument/2006/relationships/slideLayout" Target="../slideLayouts/slideLayout19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ctr">
            <a:noAutofit/>
          </a:bodyPr>
          <a:p>
            <a:r>
              <a:rPr lang="en-IN" sz="1800" b="0" strike="noStrike" spc="-1">
                <a:latin typeface="Arial" panose="020B0604020202020204"/>
              </a:rPr>
              <a:t>Click to edit the title text format</a:t>
            </a:r>
            <a:endParaRPr lang="en-IN" sz="1800" b="0" strike="noStrike" spc="-1">
              <a:latin typeface="Arial" panose="020B0604020202020204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1800" b="0" strike="noStrike" spc="-1">
                <a:latin typeface="Arial" panose="020B0604020202020204"/>
              </a:rPr>
              <a:t>Click to edit the outline text format</a:t>
            </a:r>
            <a:endParaRPr lang="en-IN" sz="1800" b="0" strike="noStrike" spc="-1"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IN" sz="1800" b="0" strike="noStrike" spc="-1">
                <a:latin typeface="Arial" panose="020B0604020202020204"/>
              </a:rPr>
              <a:t>Second Outline Level</a:t>
            </a:r>
            <a:endParaRPr lang="en-IN" sz="1800" b="0" strike="noStrike" spc="-1"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1800" b="0" strike="noStrike" spc="-1">
                <a:latin typeface="Arial" panose="020B0604020202020204"/>
              </a:rPr>
              <a:t>Third Outline Level</a:t>
            </a:r>
            <a:endParaRPr lang="en-IN" sz="1800" b="0" strike="noStrike" spc="-1"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IN" sz="1800" b="0" strike="noStrike" spc="-1">
                <a:latin typeface="Arial" panose="020B0604020202020204"/>
              </a:rPr>
              <a:t>Fourth Outline Level</a:t>
            </a:r>
            <a:endParaRPr lang="en-IN" sz="1800" b="0" strike="noStrike" spc="-1"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1800" b="0" strike="noStrike" spc="-1">
                <a:latin typeface="Arial" panose="020B0604020202020204"/>
              </a:rPr>
              <a:t>Fifth Outline Level</a:t>
            </a:r>
            <a:endParaRPr lang="en-IN" sz="1800" b="0" strike="noStrike" spc="-1"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1800" b="0" strike="noStrike" spc="-1">
                <a:latin typeface="Arial" panose="020B0604020202020204"/>
              </a:rPr>
              <a:t>Sixth Outline Level</a:t>
            </a:r>
            <a:endParaRPr lang="en-IN" sz="1800" b="0" strike="noStrike" spc="-1"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1800" b="0" strike="noStrike" spc="-1">
                <a:latin typeface="Arial" panose="020B0604020202020204"/>
              </a:rPr>
              <a:t>Seventh Outline Level</a:t>
            </a:r>
            <a:endParaRPr lang="en-IN" sz="1800" b="0" strike="noStrike" spc="-1">
              <a:latin typeface="Arial" panose="020B0604020202020204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1"/>
          </p:nvPr>
        </p:nvSpPr>
        <p:spPr>
          <a:xfrm>
            <a:off x="4165560" y="6356520"/>
            <a:ext cx="385956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8B8B8B"/>
                </a:solidFill>
                <a:latin typeface="TradeGothic"/>
              </a:rPr>
              <a:t>&lt;footer&gt;</a:t>
            </a:r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98989"/>
                </a:solidFill>
                <a:latin typeface="TradeGothic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15B815A-1294-44B3-8D0D-C1619A2BF932}" type="slidenum">
              <a:rPr lang="en-US" sz="1200" b="0" strike="noStrike" spc="-1">
                <a:solidFill>
                  <a:srgbClr val="898989"/>
                </a:solidFill>
                <a:latin typeface="TradeGothic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dt" idx="3"/>
          </p:nvPr>
        </p:nvSpPr>
        <p:spPr>
          <a:xfrm>
            <a:off x="60948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>
              <a:defRPr lang="en-IN" sz="1400" b="0" strike="noStrike" spc="-1">
                <a:latin typeface="Times New Roman" panose="02020603050405020304"/>
              </a:defRPr>
            </a:lvl1pPr>
          </a:lstStyle>
          <a:p>
            <a:r>
              <a:rPr lang="en-IN" sz="1400" b="0" strike="noStrike" spc="-1">
                <a:latin typeface="Times New Roman" panose="02020603050405020304"/>
              </a:rPr>
              <a:t>&lt;date/time&gt;</a:t>
            </a:r>
            <a:endParaRPr lang="en-IN" sz="1400" b="0" strike="noStrike" spc="-1"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4165560" y="6356520"/>
            <a:ext cx="385956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8B8B8B"/>
                </a:solidFill>
                <a:latin typeface="TradeGothic"/>
              </a:rPr>
              <a:t>&lt;footer&gt;</a:t>
            </a:r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98989"/>
                </a:solidFill>
                <a:latin typeface="TradeGothic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D8BBF78-1F55-41D1-BE4B-EA4AB89958BD}" type="slidenum">
              <a:rPr lang="en-US" sz="1200" b="0" strike="noStrike" spc="-1">
                <a:solidFill>
                  <a:srgbClr val="898989"/>
                </a:solidFill>
                <a:latin typeface="TradeGothic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60948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>
              <a:defRPr lang="en-IN" sz="1400" b="0" strike="noStrike" spc="-1">
                <a:latin typeface="Times New Roman" panose="02020603050405020304"/>
              </a:defRPr>
            </a:lvl1pPr>
          </a:lstStyle>
          <a:p>
            <a:r>
              <a:rPr lang="en-IN" sz="1400" b="0" strike="noStrike" spc="-1">
                <a:latin typeface="Times New Roman" panose="02020603050405020304"/>
              </a:rPr>
              <a:t>&lt;date/time&gt;</a:t>
            </a:r>
            <a:endParaRPr lang="en-IN" sz="1400" b="0" strike="noStrike" spc="-1">
              <a:latin typeface="Times New Roman" panose="02020603050405020304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r>
              <a:rPr lang="en-IN" sz="4400" b="0" strike="noStrike" spc="-1">
                <a:latin typeface="Arial" panose="020B0604020202020204"/>
              </a:rPr>
              <a:t>Click to edit the title text format</a:t>
            </a:r>
            <a:endParaRPr lang="en-IN" sz="4400" b="0" strike="noStrike" spc="-1">
              <a:latin typeface="Arial" panose="020B0604020202020204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3200" b="0" strike="noStrike" spc="-1">
                <a:latin typeface="Arial" panose="020B0604020202020204"/>
              </a:rPr>
              <a:t>Click to edit the outline text format</a:t>
            </a:r>
            <a:endParaRPr lang="en-IN" sz="3200" b="0" strike="noStrike" spc="-1"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IN" sz="2800" b="0" strike="noStrike" spc="-1">
                <a:latin typeface="Arial" panose="020B0604020202020204"/>
              </a:rPr>
              <a:t>Second Outline Level</a:t>
            </a:r>
            <a:endParaRPr lang="en-IN" sz="2800" b="0" strike="noStrike" spc="-1"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2400" b="0" strike="noStrike" spc="-1">
                <a:latin typeface="Arial" panose="020B0604020202020204"/>
              </a:rPr>
              <a:t>Third Outline Level</a:t>
            </a:r>
            <a:endParaRPr lang="en-IN" sz="2400" b="0" strike="noStrike" spc="-1"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IN" sz="2000" b="0" strike="noStrike" spc="-1">
                <a:latin typeface="Arial" panose="020B0604020202020204"/>
              </a:rPr>
              <a:t>Fourth Outline Level</a:t>
            </a:r>
            <a:endParaRPr lang="en-IN" sz="2000" b="0" strike="noStrike" spc="-1"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2000" b="0" strike="noStrike" spc="-1">
                <a:latin typeface="Arial" panose="020B0604020202020204"/>
              </a:rPr>
              <a:t>Fifth Outline Level</a:t>
            </a:r>
            <a:endParaRPr lang="en-IN" sz="2000" b="0" strike="noStrike" spc="-1"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2000" b="0" strike="noStrike" spc="-1">
                <a:latin typeface="Arial" panose="020B0604020202020204"/>
              </a:rPr>
              <a:t>Sixth Outline Level</a:t>
            </a:r>
            <a:endParaRPr lang="en-IN" sz="2000" b="0" strike="noStrike" spc="-1"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IN" sz="2000" b="0" strike="noStrike" spc="-1">
                <a:latin typeface="Arial" panose="020B0604020202020204"/>
              </a:rPr>
              <a:t>Seventh Outline Level</a:t>
            </a:r>
            <a:endParaRPr lang="en-IN" sz="2000" b="0" strike="noStrike" spc="-1">
              <a:latin typeface="Arial" panose="020B06040202020202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24"/>
          <p:cNvSpPr/>
          <p:nvPr/>
        </p:nvSpPr>
        <p:spPr>
          <a:xfrm>
            <a:off x="1523880" y="0"/>
            <a:ext cx="914292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Freeform: Shape 26"/>
          <p:cNvSpPr/>
          <p:nvPr/>
        </p:nvSpPr>
        <p:spPr>
          <a:xfrm>
            <a:off x="5656680" y="851400"/>
            <a:ext cx="4637520" cy="515376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90" name="Picture 4"/>
          <p:cNvPicPr/>
          <p:nvPr/>
        </p:nvPicPr>
        <p:blipFill>
          <a:blip r:embed="rId1"/>
          <a:srcRect r="59916"/>
          <a:stretch>
            <a:fillRect/>
          </a:stretch>
        </p:blipFill>
        <p:spPr>
          <a:xfrm>
            <a:off x="6854760" y="1715760"/>
            <a:ext cx="3202560" cy="3425040"/>
          </a:xfrm>
          <a:prstGeom prst="rect">
            <a:avLst/>
          </a:prstGeom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subTitle"/>
          </p:nvPr>
        </p:nvSpPr>
        <p:spPr>
          <a:xfrm>
            <a:off x="1245600" y="648720"/>
            <a:ext cx="8533440" cy="175140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p>
            <a:pPr algn="ctr">
              <a:lnSpc>
                <a:spcPct val="100000"/>
              </a:lnSpc>
              <a:spcBef>
                <a:spcPts val="640"/>
              </a:spcBef>
              <a:buNone/>
              <a:tabLst>
                <a:tab pos="0" algn="l"/>
              </a:tabLst>
            </a:pPr>
            <a:endParaRPr lang="en-IN" sz="3200" b="0" strike="noStrike" spc="-1">
              <a:latin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640"/>
              </a:spcBef>
              <a:buNone/>
              <a:tabLst>
                <a:tab pos="0" algn="l"/>
              </a:tabLst>
            </a:pPr>
            <a:r>
              <a:rPr lang="en-US" sz="3200" b="1" strike="noStrike" spc="-1">
                <a:solidFill>
                  <a:srgbClr val="000000"/>
                </a:solidFill>
                <a:latin typeface="Times New Roman" panose="02020603050405020304"/>
                <a:ea typeface="MS PGothic" panose="020B0600070205080204" charset="-128"/>
              </a:rPr>
              <a:t>TITLE PAGE</a:t>
            </a:r>
            <a:endParaRPr lang="en-IN" sz="3200" b="0" strike="noStrike" spc="-1">
              <a:latin typeface="Arial" panose="020B0604020202020204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331200" y="-526680"/>
            <a:ext cx="10362240" cy="207540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4000" b="1" strike="noStrike" spc="-1">
                <a:solidFill>
                  <a:srgbClr val="1F497D"/>
                </a:solidFill>
                <a:latin typeface="Garamond"/>
                <a:ea typeface="MS PGothic" panose="020B0600070205080204" charset="-128"/>
              </a:rPr>
              <a:t>SMART INDIA HACKATHON 2026</a:t>
            </a:r>
            <a:endParaRPr lang="en-IN" sz="4000" b="0" strike="noStrike" spc="-1">
              <a:latin typeface="Arial" panose="020B0604020202020204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-267120" y="2446920"/>
            <a:ext cx="5923440" cy="479742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buNone/>
            </a:pPr>
            <a:endParaRPr lang="en-IN" sz="1800" b="0" strike="noStrike" spc="-1">
              <a:latin typeface="Arial" panose="020B0604020202020204"/>
            </a:endParaRPr>
          </a:p>
          <a:p>
            <a:pPr marL="285750" indent="-285750" algn="just">
              <a:lnSpc>
                <a:spcPct val="2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400" b="1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Problem Statement ID –hiihello</a:t>
            </a:r>
            <a:endParaRPr lang="en-IN" sz="2400" b="0" strike="noStrike" spc="-1">
              <a:latin typeface="Arial" panose="020B0604020202020204"/>
            </a:endParaRPr>
          </a:p>
          <a:p>
            <a:pPr marL="285750" indent="-285750" algn="just">
              <a:lnSpc>
                <a:spcPct val="2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400" b="1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Problem Statement Title-</a:t>
            </a:r>
            <a:endParaRPr lang="en-IN" sz="2400" b="0" strike="noStrike" spc="-1">
              <a:latin typeface="Arial" panose="020B0604020202020204"/>
            </a:endParaRPr>
          </a:p>
          <a:p>
            <a:pPr marL="285750" indent="-285750" algn="just">
              <a:lnSpc>
                <a:spcPct val="2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400" b="1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Theme-</a:t>
            </a:r>
            <a:endParaRPr lang="en-IN" sz="2400" b="0" strike="noStrike" spc="-1">
              <a:latin typeface="Arial" panose="020B0604020202020204"/>
            </a:endParaRPr>
          </a:p>
          <a:p>
            <a:pPr marL="285750" indent="-285750" algn="just">
              <a:lnSpc>
                <a:spcPct val="2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400" b="1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PS Category- Software/Hardware</a:t>
            </a:r>
            <a:endParaRPr lang="en-IN" sz="2400" b="0" strike="noStrike" spc="-1">
              <a:latin typeface="Arial" panose="020B0604020202020204"/>
            </a:endParaRPr>
          </a:p>
          <a:p>
            <a:pPr marL="285750" indent="-285750" algn="just">
              <a:lnSpc>
                <a:spcPct val="2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400" b="1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Team ID-</a:t>
            </a:r>
            <a:endParaRPr lang="en-IN" sz="2400" b="0" strike="noStrike" spc="-1">
              <a:latin typeface="Arial" panose="020B0604020202020204"/>
            </a:endParaRPr>
          </a:p>
          <a:p>
            <a:pPr marL="285750" indent="-285750" algn="just">
              <a:lnSpc>
                <a:spcPct val="2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400" b="1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Team Name (Registered on portal)</a:t>
            </a:r>
            <a:endParaRPr lang="en-IN" sz="2400" b="0" strike="noStrike" spc="-1">
              <a:latin typeface="Arial" panose="020B0604020202020204"/>
            </a:endParaRPr>
          </a:p>
        </p:txBody>
      </p:sp>
      <p:pic>
        <p:nvPicPr>
          <p:cNvPr id="94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8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82880" y="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lIns="90000" tIns="45000" rIns="90000" bIns="45000"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br>
              <a:rPr sz="3600"/>
            </a:br>
            <a:r>
              <a:rPr lang="en-US" sz="3600" b="1" strike="noStrike" spc="-1">
                <a:solidFill>
                  <a:srgbClr val="000000"/>
                </a:solidFill>
                <a:latin typeface="Times New Roman" panose="02020603050405020304"/>
                <a:ea typeface="MS PGothic" panose="020B0600070205080204" charset="-128"/>
              </a:rPr>
              <a:t>IDEA TITLE</a:t>
            </a:r>
            <a:endParaRPr lang="en-IN" sz="3600" b="0" strike="noStrike" spc="-1">
              <a:latin typeface="Arial" panose="020B0604020202020204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72000" y="2064960"/>
            <a:ext cx="12191040" cy="2466720"/>
          </a:xfrm>
          <a:prstGeom prst="rect">
            <a:avLst/>
          </a:prstGeom>
          <a:noFill/>
          <a:ln w="9525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spAutoFit/>
          </a:bodyPr>
          <a:p>
            <a:pPr marL="342900" indent="-342900">
              <a:lnSpc>
                <a:spcPct val="100000"/>
              </a:lnSpc>
              <a:buClr>
                <a:srgbClr val="1F497D"/>
              </a:buClr>
              <a:buFont typeface="Wingdings" panose="05000000000000000000" pitchFamily="2" charset="2"/>
              <a:buChar char=""/>
            </a:pPr>
            <a:r>
              <a:rPr lang="en-US" sz="3200" b="1" u="sng" strike="noStrike" spc="-1">
                <a:solidFill>
                  <a:srgbClr val="1F497D"/>
                </a:solidFill>
                <a:uFillTx/>
                <a:latin typeface="Arial" panose="020B0604020202020204"/>
                <a:ea typeface="MS PGothic" panose="020B0600070205080204" charset="-128"/>
              </a:rPr>
              <a:t>Proposed Solution (Describe your Idea/Solution/Prototype)</a:t>
            </a:r>
            <a:endParaRPr lang="en-IN" sz="3200" b="0" strike="noStrike" spc="-1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n-IN" sz="2000" b="0" strike="noStrike" spc="-1">
              <a:latin typeface="Arial" panose="020B0604020202020204"/>
            </a:endParaRPr>
          </a:p>
          <a:p>
            <a:pPr>
              <a:lnSpc>
                <a:spcPct val="100000"/>
              </a:lnSpc>
              <a:buNone/>
            </a:pPr>
            <a:endParaRPr lang="en-IN" sz="2000" b="0" strike="noStrike" spc="-1">
              <a:latin typeface="Arial" panose="020B0604020202020204"/>
            </a:endParaRPr>
          </a:p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Detailed explanation of the proposed solution</a:t>
            </a:r>
            <a:endParaRPr lang="en-IN" sz="2800" b="0" strike="noStrike" spc="-1">
              <a:latin typeface="Arial" panose="020B0604020202020204"/>
            </a:endParaRPr>
          </a:p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 </a:t>
            </a: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How it addresses the problem,hii</a:t>
            </a:r>
            <a:endParaRPr lang="en-IN" sz="2800" b="0" strike="noStrike" spc="-1">
              <a:latin typeface="Arial" panose="020B0604020202020204"/>
            </a:endParaRPr>
          </a:p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Innovation and uniqueness of the solution </a:t>
            </a:r>
            <a:endParaRPr lang="en-IN" sz="2800" b="0" strike="noStrike" spc="-1">
              <a:latin typeface="Arial" panose="020B0604020202020204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10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724714D-8E22-4202-98AC-5DF8C75C506D}" type="slidenum">
              <a: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ftr" idx="11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200" b="0" strike="noStrike" spc="-1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00" name="Oval 9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  <a:t>Your Team Name</a:t>
            </a:r>
            <a:endParaRPr lang="en-IN" sz="1800" b="0" strike="noStrike" spc="-1">
              <a:latin typeface="Arial" panose="020B0604020202020204"/>
            </a:endParaRPr>
          </a:p>
        </p:txBody>
      </p:sp>
      <p:pic>
        <p:nvPicPr>
          <p:cNvPr id="101" name="Picture 10"/>
          <p:cNvPicPr/>
          <p:nvPr/>
        </p:nvPicPr>
        <p:blipFill>
          <a:blip r:embed="rId1"/>
          <a:stretch>
            <a:fillRect/>
          </a:stretch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lIns="90000" tIns="45000" rIns="90000" bIns="45000"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imes New Roman" panose="02020603050405020304"/>
                <a:ea typeface="MS PGothic" panose="020B0600070205080204" charset="-128"/>
              </a:rPr>
              <a:t>TECHNICAL APPROACH</a:t>
            </a:r>
            <a:endParaRPr lang="en-IN" sz="3600" b="0" strike="noStrike" spc="-1">
              <a:latin typeface="Arial" panose="020B0604020202020204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609480" y="2533680"/>
            <a:ext cx="9384120" cy="1796040"/>
          </a:xfrm>
          <a:prstGeom prst="rect">
            <a:avLst/>
          </a:prstGeom>
          <a:noFill/>
          <a:ln w="9525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spAutoFit/>
          </a:bodyPr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Technologies to be used (e.g. programming languages, frameworks, hardware)</a:t>
            </a:r>
            <a:endParaRPr lang="en-IN" sz="2800" b="0" strike="noStrike" spc="-1">
              <a:latin typeface="Arial" panose="020B0604020202020204"/>
            </a:endParaRPr>
          </a:p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Methodology and process for implementation (Flow Charts/Images/ working prototype)</a:t>
            </a:r>
            <a:endParaRPr lang="en-IN" sz="2800" b="0" strike="noStrike" spc="-1">
              <a:latin typeface="Arial" panose="020B0604020202020204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40592A-E24F-4933-9F1B-02287B018DDB}" type="slidenum">
              <a: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ftr" idx="13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200" b="0" strike="noStrike" spc="-1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07" name="Oval 10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  <a:t>Your Team Name</a:t>
            </a:r>
            <a:endParaRPr lang="en-IN" sz="1800" b="0" strike="noStrike" spc="-1">
              <a:latin typeface="Arial" panose="020B0604020202020204"/>
            </a:endParaRPr>
          </a:p>
        </p:txBody>
      </p:sp>
      <p:pic>
        <p:nvPicPr>
          <p:cNvPr id="108" name="Picture 11"/>
          <p:cNvPicPr/>
          <p:nvPr/>
        </p:nvPicPr>
        <p:blipFill>
          <a:blip r:embed="rId1"/>
          <a:stretch>
            <a:fillRect/>
          </a:stretch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lIns="90000" tIns="45000" rIns="90000" bIns="45000"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imes New Roman" panose="02020603050405020304"/>
                <a:ea typeface="MS PGothic" panose="020B0600070205080204" charset="-128"/>
              </a:rPr>
              <a:t>FEASIBILITY AND VIABILITY</a:t>
            </a:r>
            <a:endParaRPr lang="en-IN" sz="3600" b="0" strike="noStrike" spc="-1">
              <a:latin typeface="Arial" panose="020B0604020202020204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609480" y="2533680"/>
            <a:ext cx="9384120" cy="1369440"/>
          </a:xfrm>
          <a:prstGeom prst="rect">
            <a:avLst/>
          </a:prstGeom>
          <a:noFill/>
          <a:ln w="9525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spAutoFit/>
          </a:bodyPr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Analysis of the feasibility of the idea</a:t>
            </a:r>
            <a:endParaRPr lang="en-IN" sz="2800" b="0" strike="noStrike" spc="-1">
              <a:latin typeface="Arial" panose="020B0604020202020204"/>
            </a:endParaRPr>
          </a:p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Potential challenges and risks</a:t>
            </a:r>
            <a:endParaRPr lang="en-IN" sz="2800" b="0" strike="noStrike" spc="-1">
              <a:latin typeface="Arial" panose="020B0604020202020204"/>
            </a:endParaRPr>
          </a:p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Strategies for overcoming these challenges</a:t>
            </a:r>
            <a:endParaRPr lang="en-IN" sz="2800" b="0" strike="noStrike" spc="-1">
              <a:latin typeface="Arial" panose="020B0604020202020204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14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62A89959-386E-45D0-B9C4-6D90C6F01CF8}" type="slidenum">
              <a: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ftr" idx="15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14" name="Oval 11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  <a:t>Your Team Name</a:t>
            </a:r>
            <a:endParaRPr lang="en-IN" sz="1800" b="0" strike="noStrike" spc="-1">
              <a:latin typeface="Arial" panose="020B0604020202020204"/>
            </a:endParaRPr>
          </a:p>
        </p:txBody>
      </p:sp>
      <p:pic>
        <p:nvPicPr>
          <p:cNvPr id="115" name="Picture 10"/>
          <p:cNvPicPr/>
          <p:nvPr/>
        </p:nvPicPr>
        <p:blipFill>
          <a:blip r:embed="rId1"/>
          <a:stretch>
            <a:fillRect/>
          </a:stretch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lIns="90000" tIns="45000" rIns="90000" bIns="45000"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imes New Roman" panose="02020603050405020304"/>
                <a:ea typeface="MS PGothic" panose="020B0600070205080204" charset="-128"/>
              </a:rPr>
              <a:t>IMPACT AND BENEFITS</a:t>
            </a:r>
            <a:endParaRPr lang="en-IN" sz="3600" b="0" strike="noStrike" spc="-1">
              <a:latin typeface="Arial" panose="020B0604020202020204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609480" y="2533680"/>
            <a:ext cx="9384120" cy="1369440"/>
          </a:xfrm>
          <a:prstGeom prst="rect">
            <a:avLst/>
          </a:prstGeom>
          <a:noFill/>
          <a:ln w="9525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spAutoFit/>
          </a:bodyPr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Potential impact on the target audience</a:t>
            </a:r>
            <a:endParaRPr lang="en-IN" sz="2800" b="0" strike="noStrike" spc="-1">
              <a:latin typeface="Arial" panose="020B0604020202020204"/>
            </a:endParaRPr>
          </a:p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Benefits of the solution (social, economic, environmental, etc.)</a:t>
            </a:r>
            <a:endParaRPr lang="en-IN" sz="2800" b="0" strike="noStrike" spc="-1">
              <a:latin typeface="Arial" panose="020B0604020202020204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ldNum" idx="16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DE00E229-B67D-4BF6-BC59-7375C5A8ADD5}" type="slidenum">
              <a: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ftr" idx="17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21" name="Oval 11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  <a:t>Your Team Name</a:t>
            </a:r>
            <a:endParaRPr lang="en-IN" sz="1800" b="0" strike="noStrike" spc="-1">
              <a:latin typeface="Arial" panose="020B0604020202020204"/>
            </a:endParaRPr>
          </a:p>
        </p:txBody>
      </p:sp>
      <p:pic>
        <p:nvPicPr>
          <p:cNvPr id="122" name="Picture 10"/>
          <p:cNvPicPr/>
          <p:nvPr/>
        </p:nvPicPr>
        <p:blipFill>
          <a:blip r:embed="rId1"/>
          <a:stretch>
            <a:fillRect/>
          </a:stretch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lIns="90000" tIns="45000" rIns="90000" bIns="45000"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imes New Roman" panose="02020603050405020304"/>
                <a:ea typeface="MS PGothic" panose="020B0600070205080204" charset="-128"/>
              </a:rPr>
              <a:t>RESEARCH  AND REFERENCES</a:t>
            </a:r>
            <a:endParaRPr lang="en-IN" sz="3600" b="0" strike="noStrike" spc="-1">
              <a:latin typeface="Arial" panose="020B0604020202020204"/>
            </a:endParaRPr>
          </a:p>
        </p:txBody>
      </p:sp>
      <p:sp>
        <p:nvSpPr>
          <p:cNvPr id="125" name="TextBox 8"/>
          <p:cNvSpPr/>
          <p:nvPr/>
        </p:nvSpPr>
        <p:spPr>
          <a:xfrm>
            <a:off x="609480" y="2795400"/>
            <a:ext cx="9384120" cy="516240"/>
          </a:xfrm>
          <a:prstGeom prst="rect">
            <a:avLst/>
          </a:prstGeom>
          <a:noFill/>
          <a:ln w="9525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spAutoFit/>
          </a:bodyPr>
          <a:p>
            <a:pPr marL="342900" indent="-342900" algn="just">
              <a:lnSpc>
                <a:spcPct val="100000"/>
              </a:lnSpc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  <a:ea typeface="MS PGothic" panose="020B0600070205080204" charset="-128"/>
              </a:rPr>
              <a:t>Details / Links of the reference and research work</a:t>
            </a:r>
            <a:endParaRPr lang="en-IN" sz="2800" b="0" strike="noStrike" spc="-1">
              <a:latin typeface="Arial" panose="020B0604020202020204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39C1B53E-3607-443E-82A1-A61E50045F9D}" type="slidenum">
              <a: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ftr" idx="19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28" name="Oval 8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 panose="020F0502020204030204"/>
                <a:ea typeface="MS PGothic" panose="020B0600070205080204" charset="-128"/>
              </a:rPr>
              <a:t>Your Team Name</a:t>
            </a:r>
            <a:endParaRPr lang="en-IN" sz="1800" b="0" strike="noStrike" spc="-1">
              <a:latin typeface="Arial" panose="020B0604020202020204"/>
            </a:endParaRPr>
          </a:p>
        </p:txBody>
      </p:sp>
      <p:pic>
        <p:nvPicPr>
          <p:cNvPr id="129" name="Picture 11"/>
          <p:cNvPicPr/>
          <p:nvPr/>
        </p:nvPicPr>
        <p:blipFill>
          <a:blip r:embed="rId1"/>
          <a:stretch>
            <a:fillRect/>
          </a:stretch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40" dir="5400000" rotWithShape="0">
              <a:srgbClr val="808080">
                <a:alpha val="35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31" name="PlaceHolder 1"/>
          <p:cNvSpPr>
            <a:spLocks noGrp="1"/>
          </p:cNvSpPr>
          <p:nvPr>
            <p:ph type="sldNum" idx="20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5D5CD68-9D8C-473A-8D66-F3E46334690C}" type="slidenum">
              <a:rPr lang="en-US" sz="1200" b="1" strike="noStrike" spc="-1">
                <a:solidFill>
                  <a:srgbClr val="FFFFFF"/>
                </a:solidFill>
                <a:latin typeface="TradeGothic"/>
                <a:ea typeface="MS PGothic" panose="020B0600070205080204" charset="-128"/>
              </a:rPr>
            </a:fld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21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lang="en-IN" sz="1200" b="0" strike="noStrike" spc="-1">
              <a:latin typeface="Times New Roman" panose="02020603050405020304"/>
            </a:endParaRPr>
          </a:p>
        </p:txBody>
      </p:sp>
      <p:sp>
        <p:nvSpPr>
          <p:cNvPr id="133" name="Round Diagonal Corner Rectangle 2"/>
          <p:cNvSpPr/>
          <p:nvPr/>
        </p:nvSpPr>
        <p:spPr>
          <a:xfrm>
            <a:off x="0" y="1791000"/>
            <a:ext cx="12191040" cy="43182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4A7EB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Google Shape;100;p3"/>
          <p:cNvSpPr/>
          <p:nvPr/>
        </p:nvSpPr>
        <p:spPr>
          <a:xfrm>
            <a:off x="367920" y="1915560"/>
            <a:ext cx="11763720" cy="406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pPr marL="514350" indent="-514350" algn="just">
              <a:lnSpc>
                <a:spcPct val="90000"/>
              </a:lnSpc>
              <a:buClr>
                <a:srgbClr val="000000"/>
              </a:buClr>
              <a:buFont typeface="Calibri" panose="020F0502020204030204"/>
              <a:buAutoNum type="arabicPeriod"/>
            </a:pPr>
            <a:r>
              <a:rPr lang="en-US" sz="1800" b="1" strike="noStrike" spc="-1">
                <a:solidFill>
                  <a:srgbClr val="000000"/>
                </a:solidFill>
                <a:latin typeface="Arial" panose="020B0604020202020204"/>
                <a:ea typeface="Calibri" panose="020F0502020204030204"/>
              </a:rPr>
              <a:t>Kindly keep the maximum slides limit up to six </a:t>
            </a:r>
            <a:r>
              <a:rPr lang="en-US" sz="1800" b="1" strike="noStrike" spc="-1">
                <a:solidFill>
                  <a:srgbClr val="C00000"/>
                </a:solidFill>
                <a:latin typeface="Arial" panose="020B0604020202020204"/>
                <a:ea typeface="Calibri" panose="020F0502020204030204"/>
              </a:rPr>
              <a:t>(6). </a:t>
            </a:r>
            <a:r>
              <a:rPr lang="en-US" sz="1800" b="1" strike="noStrike" spc="-1">
                <a:solidFill>
                  <a:srgbClr val="000000"/>
                </a:solidFill>
                <a:latin typeface="Arial" panose="020B0604020202020204"/>
                <a:ea typeface="Calibri" panose="020F0502020204030204"/>
              </a:rPr>
              <a:t>( Including the title slide) </a:t>
            </a:r>
            <a:endParaRPr lang="en-IN" sz="1800" b="0" strike="noStrike" spc="-1">
              <a:latin typeface="Arial" panose="020B0604020202020204"/>
            </a:endParaRPr>
          </a:p>
          <a:p>
            <a:pPr marL="514350" indent="-51435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Calibri" panose="020F0502020204030204"/>
              <a:buAutoNum type="arabicPeriod"/>
            </a:pPr>
            <a:r>
              <a:rPr lang="en-US" sz="1800" b="1" strike="noStrike" spc="-1">
                <a:solidFill>
                  <a:srgbClr val="000000"/>
                </a:solidFill>
                <a:latin typeface="Arial" panose="020B0604020202020204"/>
                <a:ea typeface="Calibri" panose="020F0502020204030204"/>
              </a:rPr>
              <a:t>Try to avoid paragraphs and post your idea in points /diagrams / Infographics /pictures </a:t>
            </a:r>
            <a:endParaRPr lang="en-IN" sz="1800" b="0" strike="noStrike" spc="-1">
              <a:latin typeface="Arial" panose="020B0604020202020204"/>
            </a:endParaRPr>
          </a:p>
          <a:p>
            <a:pPr marL="514350" indent="-51435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Calibri" panose="020F0502020204030204"/>
              <a:buAutoNum type="arabicPeriod"/>
            </a:pPr>
            <a:r>
              <a:rPr lang="en-US" sz="1800" b="1" strike="noStrike" spc="-1">
                <a:solidFill>
                  <a:srgbClr val="000000"/>
                </a:solidFill>
                <a:latin typeface="Arial" panose="020B0604020202020204"/>
                <a:ea typeface="Calibri" panose="020F0502020204030204"/>
              </a:rPr>
              <a:t>Keep your explanation precise and easy to understand</a:t>
            </a:r>
            <a:endParaRPr lang="en-IN" sz="1800" b="0" strike="noStrike" spc="-1">
              <a:latin typeface="Arial" panose="020B0604020202020204"/>
            </a:endParaRPr>
          </a:p>
          <a:p>
            <a:pPr marL="514350" indent="-51435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Calibri" panose="020F0502020204030204"/>
              <a:buAutoNum type="arabicPeriod"/>
            </a:pPr>
            <a:r>
              <a:rPr lang="en-US" sz="1800" b="1" strike="noStrike" spc="-1">
                <a:solidFill>
                  <a:srgbClr val="000000"/>
                </a:solidFill>
                <a:latin typeface="Arial" panose="020B0604020202020204"/>
                <a:ea typeface="Calibri" panose="020F0502020204030204"/>
              </a:rPr>
              <a:t>Idea should be unique and novel. </a:t>
            </a:r>
            <a:endParaRPr lang="en-IN" sz="1800" b="0" strike="noStrike" spc="-1">
              <a:latin typeface="Arial" panose="020B0604020202020204"/>
            </a:endParaRPr>
          </a:p>
          <a:p>
            <a:pPr marL="514350" indent="-51435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Calibri" panose="020F0502020204030204"/>
              <a:buAutoNum type="arabicPeriod"/>
            </a:pPr>
            <a:r>
              <a:rPr lang="en-US" sz="1800" b="1" strike="noStrike" spc="-1">
                <a:solidFill>
                  <a:srgbClr val="000000"/>
                </a:solidFill>
                <a:latin typeface="Arial" panose="020B0604020202020204"/>
                <a:ea typeface="Calibri" panose="020F0502020204030204"/>
              </a:rPr>
              <a:t>You can only use provided template for making the PPT without changing the idea details pointers (mentioned in previous slides).</a:t>
            </a:r>
            <a:endParaRPr lang="en-IN" sz="1800" b="0" strike="noStrike" spc="-1">
              <a:latin typeface="Arial" panose="020B0604020202020204"/>
            </a:endParaRPr>
          </a:p>
          <a:p>
            <a:pPr marL="514350" indent="-514350" algn="just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Calibri" panose="020F0502020204030204"/>
              <a:buAutoNum type="arabicPeriod"/>
            </a:pPr>
            <a:r>
              <a:rPr lang="en-US" sz="1800" b="1" strike="noStrike" spc="-1">
                <a:solidFill>
                  <a:srgbClr val="000000"/>
                </a:solidFill>
                <a:latin typeface="Arial" panose="020B0604020202020204"/>
                <a:ea typeface="Calibri" panose="020F0502020204030204"/>
              </a:rPr>
              <a:t>You need to save the file in PDF and upload the same on portal. No PPT, Word Doc or any other format will be supported.</a:t>
            </a:r>
            <a:endParaRPr lang="en-IN" sz="1800" b="0" strike="noStrike" spc="-1">
              <a:latin typeface="Arial" panose="020B0604020202020204"/>
            </a:endParaRPr>
          </a:p>
          <a:p>
            <a:pPr marL="514350" indent="-349885" algn="just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endParaRPr lang="en-IN" sz="1800" b="0" strike="noStrike" spc="-1">
              <a:latin typeface="Arial" panose="020B0604020202020204"/>
            </a:endParaRPr>
          </a:p>
          <a:p>
            <a:pPr marL="514350" indent="-349885" algn="just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1800" b="1" strike="noStrike" spc="-1">
                <a:solidFill>
                  <a:srgbClr val="C00000"/>
                </a:solidFill>
                <a:latin typeface="Arial" panose="020B0604020202020204"/>
                <a:ea typeface="Calibri" panose="020F0502020204030204"/>
              </a:rPr>
              <a:t>Note - You can delete this slide (Important Pointers) when you upload the details of your idea on SIH portal.</a:t>
            </a:r>
            <a:endParaRPr lang="en-IN" sz="1800" b="0" strike="noStrike" spc="-1">
              <a:latin typeface="Arial" panose="020B0604020202020204"/>
            </a:endParaRPr>
          </a:p>
          <a:p>
            <a:pPr marL="914400" indent="-316230" algn="just">
              <a:lnSpc>
                <a:spcPct val="90000"/>
              </a:lnSpc>
              <a:spcBef>
                <a:spcPts val="500"/>
              </a:spcBef>
              <a:buNone/>
              <a:tabLst>
                <a:tab pos="0" algn="l"/>
              </a:tabLst>
            </a:pPr>
            <a:endParaRPr lang="en-IN" sz="2000" b="0" strike="noStrike" spc="-1">
              <a:latin typeface="Arial" panose="020B0604020202020204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1393200" y="106920"/>
            <a:ext cx="840960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imes New Roman" panose="02020603050405020304"/>
                <a:ea typeface="MS PGothic" panose="020B0600070205080204" charset="-128"/>
              </a:rPr>
              <a:t>IMPORTANT INSTRUCTIONS</a:t>
            </a:r>
            <a:endParaRPr lang="en-IN" sz="3600" b="0" strike="noStrike" spc="-1">
              <a:latin typeface="Arial" panose="020B0604020202020204"/>
            </a:endParaRPr>
          </a:p>
        </p:txBody>
      </p:sp>
      <p:sp>
        <p:nvSpPr>
          <p:cNvPr id="136" name="TextBox 4"/>
          <p:cNvSpPr/>
          <p:nvPr/>
        </p:nvSpPr>
        <p:spPr>
          <a:xfrm>
            <a:off x="602280" y="1181880"/>
            <a:ext cx="9556560" cy="33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800" b="1" strike="noStrike" spc="-1">
                <a:solidFill>
                  <a:srgbClr val="000000"/>
                </a:solidFill>
                <a:latin typeface="Arial" panose="020B0604020202020204"/>
                <a:ea typeface="Calibri" panose="020F0502020204030204"/>
              </a:rPr>
              <a:t>Please ensure below pointers are met while submitting the Idea PPT:</a:t>
            </a:r>
            <a:endParaRPr lang="en-IN" sz="1800" b="0" strike="noStrike" spc="-1">
              <a:latin typeface="Arial" panose="020B0604020202020204"/>
            </a:endParaRPr>
          </a:p>
        </p:txBody>
      </p:sp>
      <p:pic>
        <p:nvPicPr>
          <p:cNvPr id="137" name="Picture 12"/>
          <p:cNvPicPr/>
          <p:nvPr/>
        </p:nvPicPr>
        <p:blipFill>
          <a:blip r:embed="rId1"/>
          <a:stretch>
            <a:fillRect/>
          </a:stretch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1817</Words>
  <Application>WPS Presentation</Application>
  <PresentationFormat/>
  <Paragraphs>88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22" baseType="lpstr">
      <vt:lpstr>Arial</vt:lpstr>
      <vt:lpstr>SimSun</vt:lpstr>
      <vt:lpstr>Wingdings</vt:lpstr>
      <vt:lpstr>Arial</vt:lpstr>
      <vt:lpstr>Symbol</vt:lpstr>
      <vt:lpstr>TradeGothic</vt:lpstr>
      <vt:lpstr>Segoe Print</vt:lpstr>
      <vt:lpstr>Times New Roman</vt:lpstr>
      <vt:lpstr>MS PGothic</vt:lpstr>
      <vt:lpstr>Garamond</vt:lpstr>
      <vt:lpstr>Calibri</vt:lpstr>
      <vt:lpstr>Microsoft YaHei</vt:lpstr>
      <vt:lpstr>Arial Unicode MS</vt:lpstr>
      <vt:lpstr>Office Theme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演示文稿</vt:lpstr>
    </vt:vector>
  </TitlesOfParts>
  <Company>Crowdfunder,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Ganesh Gundumogula</cp:lastModifiedBy>
  <cp:revision>155</cp:revision>
  <dcterms:created xsi:type="dcterms:W3CDTF">2013-12-12T18:46:00Z</dcterms:created>
  <dcterms:modified xsi:type="dcterms:W3CDTF">2026-08-29T07:08:47Z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  <property fmtid="{D5CDD505-2E9C-101B-9397-08002B2CF9AE}" pid="5" name="ICV">
    <vt:lpwstr>77780CF916B545BEB28ED9262EF60DD9_12</vt:lpwstr>
  </property>
  <property fmtid="{D5CDD505-2E9C-101B-9397-08002B2CF9AE}" pid="6" name="KSOProductBuildVer">
    <vt:lpwstr>2057-12.2.0.23206</vt:lpwstr>
  </property>
</Properties>
</file>