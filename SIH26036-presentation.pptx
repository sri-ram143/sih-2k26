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.xml.rels" ContentType="application/vnd.openxmlformats-package.relationship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_rels/presentation.xml.rels" ContentType="application/vnd.openxmlformats-package.relationships+xml"/>
  <Override PartName="/ppt/slideLayouts/slideLayout13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_rels/slideLayout2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0.xml.rels" ContentType="application/vnd.openxmlformats-package.relationships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Click to move the slide</a:t>
            </a:r>
            <a:endParaRPr b="0" lang="en-US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IN" sz="2000" spc="-1" strike="noStrike">
                <a:latin typeface="Arial"/>
              </a:rPr>
              <a:t>Click to edit the notes format</a:t>
            </a:r>
            <a:endParaRPr b="0" lang="en-IN" sz="2000" spc="-1" strike="noStrike"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IN" sz="1400" spc="-1" strike="noStrike">
                <a:latin typeface="Times New Roman"/>
              </a:rPr>
              <a:t>&lt;header&gt;</a:t>
            </a:r>
            <a:endParaRPr b="0" lang="en-IN" sz="1400" spc="-1" strike="noStrike"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dt" idx="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IN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IN" sz="1400" spc="-1" strike="noStrike">
                <a:latin typeface="Times New Roman"/>
              </a:rPr>
              <a:t>&lt;date/time&gt;</a:t>
            </a:r>
            <a:endParaRPr b="0" lang="en-IN" sz="1400" spc="-1" strike="noStrike">
              <a:latin typeface="Times New Roman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ftr" idx="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IN" sz="1400" spc="-1" strike="noStrike">
                <a:latin typeface="Times New Roman"/>
              </a:defRPr>
            </a:lvl1pPr>
          </a:lstStyle>
          <a:p>
            <a:r>
              <a:rPr b="0" lang="en-IN" sz="1400" spc="-1" strike="noStrike">
                <a:latin typeface="Times New Roman"/>
              </a:rPr>
              <a:t>&lt;footer&gt;</a:t>
            </a:r>
            <a:endParaRPr b="0" lang="en-IN" sz="1400" spc="-1" strike="noStrike">
              <a:latin typeface="Times New Roman"/>
            </a:endParaRPr>
          </a:p>
        </p:txBody>
      </p:sp>
      <p:sp>
        <p:nvSpPr>
          <p:cNvPr id="87" name="PlaceHolder 6"/>
          <p:cNvSpPr>
            <a:spLocks noGrp="1"/>
          </p:cNvSpPr>
          <p:nvPr>
            <p:ph type="sldNum" idx="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IN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10369DE2-213F-4192-AF0A-45646F8B55BC}" type="slidenum">
              <a:rPr b="0" lang="en-IN" sz="1400" spc="-1" strike="noStrike">
                <a:latin typeface="Times New Roman"/>
              </a:rPr>
              <a:t>&lt;number&gt;</a:t>
            </a:fld>
            <a:endParaRPr b="0" lang="en-IN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13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BD02503-E9B6-472D-8BA2-8AE82830F8E0}" type="slidenum">
              <a:rPr b="0" lang="en-US" sz="1200" spc="-1" strike="noStrike">
                <a:latin typeface="Times New Roman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14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DF48968-41FC-4870-8F34-DAA30156E6D3}" type="slidenum">
              <a:rPr b="0" lang="en-US" sz="1200" spc="-1" strike="noStrike">
                <a:latin typeface="Times New Roman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14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Calibri"/>
                <a:ea typeface="ＭＳ Ｐゴシック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86409D48-38C0-4980-84CF-BF42F7522B8E}" type="slidenum">
              <a:rPr b="0" lang="en-US" sz="1200" spc="-1" strike="noStrike">
                <a:solidFill>
                  <a:srgbClr val="000000"/>
                </a:solidFill>
                <a:latin typeface="Calibri"/>
                <a:ea typeface="ＭＳ Ｐゴシック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14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149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Calibri"/>
                <a:ea typeface="ＭＳ Ｐゴシック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5266A0C6-05EE-4A7F-85C4-799225F16C67}" type="slidenum">
              <a:rPr b="0" lang="en-US" sz="1200" spc="-1" strike="noStrike">
                <a:solidFill>
                  <a:srgbClr val="000000"/>
                </a:solidFill>
                <a:latin typeface="Calibri"/>
                <a:ea typeface="ＭＳ Ｐゴシック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15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152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Calibri"/>
                <a:ea typeface="ＭＳ Ｐゴシック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018220F7-29ED-48F3-BEA4-43B9B4ED5454}" type="slidenum">
              <a:rPr b="0" lang="en-US" sz="1200" spc="-1" strike="noStrike">
                <a:solidFill>
                  <a:srgbClr val="000000"/>
                </a:solidFill>
                <a:latin typeface="Calibri"/>
                <a:ea typeface="ＭＳ Ｐゴシック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15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155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Calibri"/>
                <a:ea typeface="ＭＳ Ｐゴシック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5B9ED35B-D40D-4994-8308-50BDE18D443E}" type="slidenum">
              <a:rPr b="0" lang="en-US" sz="1200" spc="-1" strike="noStrike">
                <a:solidFill>
                  <a:srgbClr val="000000"/>
                </a:solidFill>
                <a:latin typeface="Calibri"/>
                <a:ea typeface="ＭＳ Ｐゴシック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D29EAA5-D74D-4AE4-8801-E024072DBFE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24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095480"/>
            <a:ext cx="10972440" cy="503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0072CE6-CA1E-4710-A51D-2A5BF871122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24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480" y="1095480"/>
            <a:ext cx="10972440" cy="503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rade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8787AD9-6EBD-4756-9B54-8126E58B3F0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24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09480" y="1095480"/>
            <a:ext cx="5354280" cy="503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radeGothic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231960" y="1095480"/>
            <a:ext cx="5354280" cy="503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radeGothic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F16220A-C720-4438-ACB3-7CDE3C9FD86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24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EA632DE-3F16-488B-9F41-BE9EE911F21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609480" y="-47520"/>
            <a:ext cx="10972440" cy="5297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2C4DB8E-5181-4FFB-808E-CE3702C1B81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24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480" y="1095480"/>
            <a:ext cx="5354280" cy="239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radeGothic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1960" y="1095480"/>
            <a:ext cx="5354280" cy="503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radeGothic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609480" y="3723120"/>
            <a:ext cx="5354280" cy="239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radeGothic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849D6D7-AA58-4399-99B3-EAAF22BF7E9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24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609480" y="1095480"/>
            <a:ext cx="5354280" cy="503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radeGothic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231960" y="1095480"/>
            <a:ext cx="5354280" cy="239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radeGothic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6231960" y="3723120"/>
            <a:ext cx="5354280" cy="239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radeGothic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A68FD7B-E07E-4E70-9D66-44A01352B03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24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609480" y="1095480"/>
            <a:ext cx="5354280" cy="239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radeGothic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231960" y="1095480"/>
            <a:ext cx="5354280" cy="239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radeGothic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609480" y="3723120"/>
            <a:ext cx="10972440" cy="239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radeGothic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93F9722-C77F-4691-B409-3BA367D25FA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24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095480"/>
            <a:ext cx="10972440" cy="239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radeGothic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09480" y="3723120"/>
            <a:ext cx="10972440" cy="239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radeGothic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49DF49F-3285-463E-A7C9-39127B0CFEC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24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609480" y="1095480"/>
            <a:ext cx="5354280" cy="239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radeGothic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31960" y="1095480"/>
            <a:ext cx="5354280" cy="239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radeGothic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609480" y="3723120"/>
            <a:ext cx="5354280" cy="239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radeGothic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231960" y="3723120"/>
            <a:ext cx="5354280" cy="239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radeGothic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C61C822-EB82-4567-B2B7-3D5EA0C0FFE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24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095480"/>
            <a:ext cx="3533040" cy="239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radeGothic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319640" y="1095480"/>
            <a:ext cx="3533040" cy="239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radeGothic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8029800" y="1095480"/>
            <a:ext cx="3533040" cy="239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radeGothic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09480" y="3723120"/>
            <a:ext cx="3533040" cy="239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radeGothic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4319640" y="3723120"/>
            <a:ext cx="3533040" cy="239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radeGothic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8029800" y="3723120"/>
            <a:ext cx="3533040" cy="239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radeGothic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0ABA532-FDB8-49B8-8593-3A3112A18B2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328C57C5-6FC6-4A13-99E5-7DD42F14602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24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609480" y="1095480"/>
            <a:ext cx="10972440" cy="503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0CF7F4B5-E18B-4987-B445-A812F791271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24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609480" y="1095480"/>
            <a:ext cx="10972440" cy="503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rade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46484B1C-3A4C-47FA-81B8-4F036A221F9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24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609480" y="1095480"/>
            <a:ext cx="5354280" cy="503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radeGothic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6231960" y="1095480"/>
            <a:ext cx="5354280" cy="503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radeGothic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BCE24D71-74EC-4E74-BF6E-2274D38CF30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24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9BD9849C-DF44-4788-9764-3268A89415C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609480" y="-47520"/>
            <a:ext cx="10972440" cy="5297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EB269DE1-DFEA-484C-B866-AE52E955F26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24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609480" y="1095480"/>
            <a:ext cx="5354280" cy="239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radeGothic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6231960" y="1095480"/>
            <a:ext cx="5354280" cy="503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radeGothic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609480" y="3723120"/>
            <a:ext cx="5354280" cy="239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radeGothic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61F3E934-7184-441E-9562-BB981D8153E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24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609480" y="1095480"/>
            <a:ext cx="5354280" cy="503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radeGothic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6231960" y="1095480"/>
            <a:ext cx="5354280" cy="239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radeGothic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6231960" y="3723120"/>
            <a:ext cx="5354280" cy="239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radeGothic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7219F120-DAA0-48CA-94EF-BD6D7CF77B4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24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609480" y="1095480"/>
            <a:ext cx="5354280" cy="239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radeGothic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6231960" y="1095480"/>
            <a:ext cx="5354280" cy="239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radeGothic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609480" y="3723120"/>
            <a:ext cx="10972440" cy="239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radeGothic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3D8BB5AE-46F5-4382-9720-6BF4BEA9CDF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24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609480" y="1095480"/>
            <a:ext cx="10972440" cy="239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radeGothic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609480" y="3723120"/>
            <a:ext cx="10972440" cy="239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radeGothic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739B0B2A-A3F6-43CD-BCE1-3A505FEFF3D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24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609480" y="1095480"/>
            <a:ext cx="5354280" cy="239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radeGothic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6231960" y="1095480"/>
            <a:ext cx="5354280" cy="239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radeGothic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609480" y="3723120"/>
            <a:ext cx="5354280" cy="239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radeGothic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6231960" y="3723120"/>
            <a:ext cx="5354280" cy="239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radeGothic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DB9628DA-2883-4937-9C6B-22517797C1D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24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609480" y="1095480"/>
            <a:ext cx="3533040" cy="239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radeGothic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4319640" y="1095480"/>
            <a:ext cx="3533040" cy="239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radeGothic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8029800" y="1095480"/>
            <a:ext cx="3533040" cy="239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radeGothic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609480" y="3723120"/>
            <a:ext cx="3533040" cy="239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radeGothic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4319640" y="3723120"/>
            <a:ext cx="3533040" cy="239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radeGothic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8029800" y="3723120"/>
            <a:ext cx="3533040" cy="239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radeGothic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B062455C-CB38-4CE4-896E-DC5CCCA0A38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914400" y="2130480"/>
            <a:ext cx="10362960" cy="1469520"/>
          </a:xfrm>
          <a:prstGeom prst="rect">
            <a:avLst/>
          </a:prstGeom>
          <a:noFill/>
          <a:ln w="9360">
            <a:noFill/>
          </a:ln>
        </p:spPr>
        <p:txBody>
          <a:bodyPr numCol="1" spcCol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TradeGothic"/>
                <a:ea typeface="ＭＳ Ｐゴシック"/>
              </a:rPr>
              <a:t>Click to edit Master title style</a:t>
            </a:r>
            <a:endParaRPr b="0" lang="en-US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>
            <a:lvl1pPr>
              <a:lnSpc>
                <a:spcPct val="100000"/>
              </a:lnSpc>
              <a:buNone/>
              <a:defRPr b="0" lang="en-US" sz="1200" spc="-1" strike="noStrike">
                <a:solidFill>
                  <a:srgbClr val="898989"/>
                </a:solidFill>
                <a:latin typeface="TradeGothic"/>
                <a:ea typeface="ＭＳ Ｐゴシック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898989"/>
                </a:solidFill>
                <a:latin typeface="TradeGothic"/>
                <a:ea typeface="ＭＳ Ｐゴシック"/>
              </a:rPr>
              <a:t>&lt;date/time&gt;</a:t>
            </a:r>
            <a:endParaRPr b="0" lang="en-IN" sz="12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TradeGothic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8b8b8b"/>
                </a:solidFill>
                <a:latin typeface="TradeGothic"/>
              </a:rPr>
              <a:t>&lt;footer&gt;</a:t>
            </a:r>
            <a:endParaRPr b="0" lang="en-IN" sz="12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98989"/>
                </a:solidFill>
                <a:latin typeface="TradeGothic"/>
                <a:ea typeface="ＭＳ Ｐゴシック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069CF47-5B22-43EF-8F3D-6519CDE3A339}" type="slidenum">
              <a:rPr b="0" lang="en-US" sz="1200" spc="-1" strike="noStrike">
                <a:solidFill>
                  <a:srgbClr val="898989"/>
                </a:solidFill>
                <a:latin typeface="TradeGothic"/>
                <a:ea typeface="ＭＳ Ｐゴシック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TradeGothic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TradeGothic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TradeGothic"/>
              </a:rPr>
              <a:t>Second Outline Level</a:t>
            </a:r>
            <a:endParaRPr b="0" lang="en-US" sz="2400" spc="-1" strike="noStrike">
              <a:solidFill>
                <a:srgbClr val="000000"/>
              </a:solidFill>
              <a:latin typeface="TradeGothic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TradeGothic"/>
              </a:rPr>
              <a:t>Third Outline Level</a:t>
            </a:r>
            <a:endParaRPr b="0" lang="en-US" sz="2000" spc="-1" strike="noStrike">
              <a:solidFill>
                <a:srgbClr val="000000"/>
              </a:solidFill>
              <a:latin typeface="TradeGothic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TradeGothic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TradeGothic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TradeGothic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TradeGothic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TradeGothic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TradeGothic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TradeGothic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TradeGothic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2440" cy="1142640"/>
          </a:xfrm>
          <a:prstGeom prst="rect">
            <a:avLst/>
          </a:prstGeom>
          <a:noFill/>
          <a:ln w="9360">
            <a:noFill/>
          </a:ln>
        </p:spPr>
        <p:txBody>
          <a:bodyPr numCol="1" spcCol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TradeGothic"/>
                <a:ea typeface="ＭＳ Ｐゴシック"/>
              </a:rPr>
              <a:t>Click to edit Master title style</a:t>
            </a:r>
            <a:endParaRPr b="0" lang="en-US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609480" y="1095480"/>
            <a:ext cx="10972440" cy="5030280"/>
          </a:xfrm>
          <a:prstGeom prst="rect">
            <a:avLst/>
          </a:prstGeom>
          <a:noFill/>
          <a:ln w="9360">
            <a:noFill/>
          </a:ln>
        </p:spPr>
        <p:txBody>
          <a:bodyPr numCol="1" spcCol="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rgbClr val="000000"/>
                </a:solidFill>
                <a:latin typeface="TradeGothic"/>
                <a:ea typeface="ＭＳ Ｐゴシック"/>
              </a:rPr>
              <a:t>Click to edit Master text styles</a:t>
            </a:r>
            <a:endParaRPr b="0" lang="en-US" sz="3200" spc="-1" strike="noStrike">
              <a:solidFill>
                <a:srgbClr val="000000"/>
              </a:solidFill>
              <a:latin typeface="TradeGothic"/>
            </a:endParaRPr>
          </a:p>
          <a:p>
            <a:pPr lvl="1" marL="743040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rgbClr val="000000"/>
                </a:solidFill>
                <a:latin typeface="TradeGothic"/>
                <a:ea typeface="ＭＳ Ｐゴシック"/>
              </a:rPr>
              <a:t>Second level</a:t>
            </a:r>
            <a:endParaRPr b="0" lang="en-US" sz="2800" spc="-1" strike="noStrike">
              <a:solidFill>
                <a:srgbClr val="000000"/>
              </a:solidFill>
              <a:latin typeface="TradeGothic"/>
            </a:endParaRPr>
          </a:p>
          <a:p>
            <a:pPr lvl="2" marL="1143000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rgbClr val="000000"/>
                </a:solidFill>
                <a:latin typeface="TradeGothic"/>
                <a:ea typeface="ＭＳ Ｐゴシック"/>
              </a:rPr>
              <a:t>Third level</a:t>
            </a:r>
            <a:endParaRPr b="0" lang="en-US" sz="2400" spc="-1" strike="noStrike">
              <a:solidFill>
                <a:srgbClr val="000000"/>
              </a:solidFill>
              <a:latin typeface="TradeGothic"/>
            </a:endParaRPr>
          </a:p>
          <a:p>
            <a:pPr lvl="3" marL="1600200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rgbClr val="000000"/>
                </a:solidFill>
                <a:latin typeface="TradeGothic"/>
                <a:ea typeface="ＭＳ Ｐゴシック"/>
              </a:rPr>
              <a:t>Fourth level</a:t>
            </a:r>
            <a:endParaRPr b="0" lang="en-US" sz="2000" spc="-1" strike="noStrike">
              <a:solidFill>
                <a:srgbClr val="000000"/>
              </a:solidFill>
              <a:latin typeface="TradeGothic"/>
            </a:endParaRPr>
          </a:p>
          <a:p>
            <a:pPr lvl="4" marL="2057400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rgbClr val="000000"/>
                </a:solidFill>
                <a:latin typeface="TradeGothic"/>
                <a:ea typeface="ＭＳ Ｐゴシック"/>
              </a:rPr>
              <a:t>Fifth level</a:t>
            </a:r>
            <a:endParaRPr b="0" lang="en-US" sz="2000" spc="-1" strike="noStrike">
              <a:solidFill>
                <a:srgbClr val="000000"/>
              </a:solidFill>
              <a:latin typeface="TradeGothic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4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>
            <a:lvl1pPr>
              <a:lnSpc>
                <a:spcPct val="100000"/>
              </a:lnSpc>
              <a:buNone/>
              <a:defRPr b="0" lang="en-US" sz="1200" spc="-1" strike="noStrike">
                <a:solidFill>
                  <a:srgbClr val="898989"/>
                </a:solidFill>
                <a:latin typeface="TradeGothic"/>
                <a:ea typeface="ＭＳ Ｐゴシック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898989"/>
                </a:solidFill>
                <a:latin typeface="TradeGothic"/>
                <a:ea typeface="ＭＳ Ｐゴシック"/>
              </a:rPr>
              <a:t>&lt;date/time&gt;</a:t>
            </a:r>
            <a:endParaRPr b="0" lang="en-IN" sz="12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ftr" idx="5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TradeGothic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8b8b8b"/>
                </a:solidFill>
                <a:latin typeface="TradeGothic"/>
              </a:rPr>
              <a:t>&lt;footer&gt;</a:t>
            </a:r>
            <a:endParaRPr b="0" lang="en-IN" sz="1200" spc="-1" strike="noStrike"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sldNum" idx="6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98989"/>
                </a:solidFill>
                <a:latin typeface="TradeGothic"/>
                <a:ea typeface="ＭＳ Ｐゴシック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19AFEFC-D5DC-4025-80CB-AD5546D0187D}" type="slidenum">
              <a:rPr b="0" lang="en-US" sz="1200" spc="-1" strike="noStrike">
                <a:solidFill>
                  <a:srgbClr val="898989"/>
                </a:solidFill>
                <a:latin typeface="TradeGothic"/>
                <a:ea typeface="ＭＳ Ｐゴシック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Rectangle 24"/>
          <p:cNvSpPr/>
          <p:nvPr/>
        </p:nvSpPr>
        <p:spPr>
          <a:xfrm>
            <a:off x="1523880" y="0"/>
            <a:ext cx="9143640" cy="6857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9" name="Freeform: Shape 26"/>
          <p:cNvSpPr/>
          <p:nvPr/>
        </p:nvSpPr>
        <p:spPr>
          <a:xfrm>
            <a:off x="5656680" y="851400"/>
            <a:ext cx="4638240" cy="5154480"/>
          </a:xfrm>
          <a:custGeom>
            <a:avLst/>
            <a:gdLst/>
            <a:ahLst/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pic>
        <p:nvPicPr>
          <p:cNvPr id="90" name="Picture 4" descr=""/>
          <p:cNvPicPr/>
          <p:nvPr/>
        </p:nvPicPr>
        <p:blipFill>
          <a:blip r:embed="rId1"/>
          <a:srcRect l="0" t="0" r="59916" b="0"/>
          <a:stretch/>
        </p:blipFill>
        <p:spPr>
          <a:xfrm>
            <a:off x="6854760" y="1715760"/>
            <a:ext cx="3203280" cy="3425760"/>
          </a:xfrm>
          <a:prstGeom prst="rect">
            <a:avLst/>
          </a:prstGeom>
          <a:ln w="0">
            <a:noFill/>
          </a:ln>
        </p:spPr>
      </p:pic>
      <p:sp>
        <p:nvSpPr>
          <p:cNvPr id="91" name="PlaceHolder 1"/>
          <p:cNvSpPr>
            <a:spLocks noGrp="1"/>
          </p:cNvSpPr>
          <p:nvPr>
            <p:ph type="subTitle"/>
          </p:nvPr>
        </p:nvSpPr>
        <p:spPr>
          <a:xfrm>
            <a:off x="1245600" y="648720"/>
            <a:ext cx="8534160" cy="1752120"/>
          </a:xfrm>
          <a:prstGeom prst="rect">
            <a:avLst/>
          </a:prstGeom>
          <a:noFill/>
          <a:ln w="9360">
            <a:noFill/>
          </a:ln>
        </p:spPr>
        <p:txBody>
          <a:bodyPr numCol="1" spcCol="0" anchor="t">
            <a:noAutofit/>
          </a:bodyPr>
          <a:p>
            <a:pPr algn="ctr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endParaRPr b="0" lang="en-IN" sz="3200" spc="-1" strike="noStrike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TITLE PAGE</a:t>
            </a:r>
            <a:endParaRPr b="0" lang="en-IN" sz="3200" spc="-1" strike="noStrike"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title"/>
          </p:nvPr>
        </p:nvSpPr>
        <p:spPr>
          <a:xfrm>
            <a:off x="331200" y="-526680"/>
            <a:ext cx="10362960" cy="2076120"/>
          </a:xfrm>
          <a:prstGeom prst="rect">
            <a:avLst/>
          </a:prstGeom>
          <a:noFill/>
          <a:ln w="9360">
            <a:noFill/>
          </a:ln>
        </p:spPr>
        <p:txBody>
          <a:bodyPr numCol="1" spcCol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4000" spc="-1" strike="noStrike">
                <a:solidFill>
                  <a:srgbClr val="1f497d"/>
                </a:solidFill>
                <a:latin typeface="Garamond"/>
                <a:ea typeface="ＭＳ Ｐゴシック"/>
              </a:rPr>
              <a:t>SMART INDIA HACKATHON 2026</a:t>
            </a:r>
            <a:endParaRPr b="0" lang="en-US" sz="4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3" name="TextBox 9"/>
          <p:cNvSpPr/>
          <p:nvPr/>
        </p:nvSpPr>
        <p:spPr>
          <a:xfrm>
            <a:off x="331200" y="2076480"/>
            <a:ext cx="5924160" cy="47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endParaRPr b="0" lang="en-IN" sz="1800" spc="-1" strike="noStrike">
              <a:latin typeface="Arial"/>
            </a:endParaRPr>
          </a:p>
          <a:p>
            <a:pPr marL="285840" indent="-285840" algn="just">
              <a:lnSpc>
                <a:spcPct val="2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Problem Statement ID –</a:t>
            </a:r>
            <a:endParaRPr b="0" lang="en-IN" sz="2400" spc="-1" strike="noStrike">
              <a:latin typeface="Arial"/>
            </a:endParaRPr>
          </a:p>
          <a:p>
            <a:pPr marL="285840" indent="-285840" algn="just">
              <a:lnSpc>
                <a:spcPct val="2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Problem Statement Title-</a:t>
            </a:r>
            <a:endParaRPr b="0" lang="en-IN" sz="2400" spc="-1" strike="noStrike">
              <a:latin typeface="Arial"/>
            </a:endParaRPr>
          </a:p>
          <a:p>
            <a:pPr marL="285840" indent="-285840" algn="just">
              <a:lnSpc>
                <a:spcPct val="2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Theme-</a:t>
            </a:r>
            <a:endParaRPr b="0" lang="en-IN" sz="2400" spc="-1" strike="noStrike">
              <a:latin typeface="Arial"/>
            </a:endParaRPr>
          </a:p>
          <a:p>
            <a:pPr marL="285840" indent="-285840" algn="just">
              <a:lnSpc>
                <a:spcPct val="2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PS Category- Software/Hardware</a:t>
            </a:r>
            <a:endParaRPr b="0" lang="en-IN" sz="2400" spc="-1" strike="noStrike">
              <a:latin typeface="Arial"/>
            </a:endParaRPr>
          </a:p>
          <a:p>
            <a:pPr marL="285840" indent="-285840" algn="just">
              <a:lnSpc>
                <a:spcPct val="2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Team ID-</a:t>
            </a:r>
            <a:endParaRPr b="0" lang="en-IN" sz="2400" spc="-1" strike="noStrike">
              <a:latin typeface="Arial"/>
            </a:endParaRPr>
          </a:p>
          <a:p>
            <a:pPr marL="285840" indent="-285840" algn="just">
              <a:lnSpc>
                <a:spcPct val="2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Team Name (Registered on portal)</a:t>
            </a:r>
            <a:endParaRPr b="0" lang="en-IN" sz="2400" spc="-1" strike="noStrike">
              <a:latin typeface="Arial"/>
            </a:endParaRPr>
          </a:p>
        </p:txBody>
      </p:sp>
      <p:pic>
        <p:nvPicPr>
          <p:cNvPr id="94" name="Picture 1" descr=""/>
          <p:cNvPicPr/>
          <p:nvPr/>
        </p:nvPicPr>
        <p:blipFill>
          <a:blip r:embed="rId2"/>
          <a:stretch/>
        </p:blipFill>
        <p:spPr>
          <a:xfrm>
            <a:off x="9780120" y="1440"/>
            <a:ext cx="2249640" cy="1062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ectangle 8"/>
          <p:cNvSpPr/>
          <p:nvPr/>
        </p:nvSpPr>
        <p:spPr>
          <a:xfrm>
            <a:off x="0" y="6354720"/>
            <a:ext cx="12191760" cy="502920"/>
          </a:xfrm>
          <a:prstGeom prst="rect">
            <a:avLst/>
          </a:prstGeom>
          <a:solidFill>
            <a:srgbClr val="0070c0"/>
          </a:solidFill>
          <a:ln w="9525">
            <a:noFill/>
          </a:ln>
          <a:effectLst>
            <a:outerShdw dir="5400000" dist="23040" rotWithShape="0">
              <a:srgbClr val="80808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182880" y="0"/>
            <a:ext cx="10972440" cy="1142640"/>
          </a:xfrm>
          <a:prstGeom prst="rect">
            <a:avLst/>
          </a:prstGeom>
          <a:noFill/>
          <a:ln w="9360">
            <a:noFill/>
          </a:ln>
        </p:spPr>
        <p:txBody>
          <a:bodyPr numCol="1" spcCol="0" anchor="ctr">
            <a:noAutofit/>
          </a:bodyPr>
          <a:p>
            <a:pPr algn="ctr">
              <a:lnSpc>
                <a:spcPct val="100000"/>
              </a:lnSpc>
              <a:buNone/>
            </a:pPr>
            <a:br>
              <a:rPr sz="3600"/>
            </a:br>
            <a:r>
              <a:rPr b="1" lang="en-US" sz="36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IDEA TITLE</a:t>
            </a:r>
            <a:endParaRPr b="0" lang="en-US" sz="3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7" name="TextBox 8"/>
          <p:cNvSpPr/>
          <p:nvPr/>
        </p:nvSpPr>
        <p:spPr>
          <a:xfrm>
            <a:off x="0" y="2064960"/>
            <a:ext cx="12191760" cy="2466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>
              <a:lnSpc>
                <a:spcPct val="100000"/>
              </a:lnSpc>
              <a:buClr>
                <a:srgbClr val="1f497d"/>
              </a:buClr>
              <a:buFont typeface="Wingdings" charset="2"/>
              <a:buChar char=""/>
            </a:pPr>
            <a:r>
              <a:rPr b="1" lang="en-US" sz="3200" spc="-1" strike="noStrike" u="sng">
                <a:solidFill>
                  <a:srgbClr val="1f497d"/>
                </a:solidFill>
                <a:uFillTx/>
                <a:latin typeface="Arial"/>
                <a:ea typeface="ＭＳ Ｐゴシック"/>
              </a:rPr>
              <a:t>Proposed Solution (Describe your Idea/Solution/Prototype)</a:t>
            </a:r>
            <a:endParaRPr b="0" lang="en-IN" sz="3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IN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IN" sz="2000" spc="-1" strike="noStrike">
              <a:latin typeface="Arial"/>
            </a:endParaRPr>
          </a:p>
          <a:p>
            <a:pPr marL="343080" indent="-343080" algn="just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Detailed explanation of the proposed solution</a:t>
            </a:r>
            <a:endParaRPr b="0" lang="en-IN" sz="2800" spc="-1" strike="noStrike">
              <a:latin typeface="Arial"/>
            </a:endParaRPr>
          </a:p>
          <a:p>
            <a:pPr marL="343080" indent="-343080" algn="just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How it addresses the problem,hii</a:t>
            </a:r>
            <a:endParaRPr b="0" lang="en-IN" sz="2800" spc="-1" strike="noStrike">
              <a:latin typeface="Arial"/>
            </a:endParaRPr>
          </a:p>
          <a:p>
            <a:pPr marL="343080" indent="-343080" algn="just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Innovation and uniqueness of the solution </a:t>
            </a:r>
            <a:endParaRPr b="0" lang="en-IN" sz="2800" spc="-1" strike="noStrike">
              <a:latin typeface="Arial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 type="sldNum" idx="10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>
            <a:lvl1pPr algn="r">
              <a:lnSpc>
                <a:spcPct val="100000"/>
              </a:lnSpc>
              <a:buNone/>
              <a:defRPr b="1" lang="en-US" sz="1200" spc="-1" strike="noStrike">
                <a:solidFill>
                  <a:srgbClr val="ffffff"/>
                </a:solidFill>
                <a:latin typeface="TradeGothic"/>
                <a:ea typeface="ＭＳ Ｐゴシック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E43489B-27FB-498E-8795-1C02561763F1}" type="slidenum">
              <a:rPr b="1" lang="en-US" sz="1200" spc="-1" strike="noStrike">
                <a:solidFill>
                  <a:srgbClr val="ffffff"/>
                </a:solidFill>
                <a:latin typeface="TradeGothic"/>
                <a:ea typeface="ＭＳ Ｐゴシック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  <p:sp>
        <p:nvSpPr>
          <p:cNvPr id="99" name="PlaceHolder 3"/>
          <p:cNvSpPr>
            <a:spLocks noGrp="1"/>
          </p:cNvSpPr>
          <p:nvPr>
            <p:ph type="ftr" idx="11"/>
          </p:nvPr>
        </p:nvSpPr>
        <p:spPr>
          <a:xfrm>
            <a:off x="4648320" y="6356520"/>
            <a:ext cx="32036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200" spc="-1" strike="noStrike">
                <a:solidFill>
                  <a:srgbClr val="ffffff"/>
                </a:solidFill>
                <a:latin typeface="TradeGothic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ffffff"/>
                </a:solidFill>
                <a:latin typeface="TradeGothic"/>
              </a:rPr>
              <a:t>@SIH Idea submission- Template</a:t>
            </a:r>
            <a:endParaRPr b="0" lang="en-IN" sz="1200" spc="-1" strike="noStrike">
              <a:latin typeface="Times New Roman"/>
            </a:endParaRPr>
          </a:p>
        </p:txBody>
      </p:sp>
      <p:sp>
        <p:nvSpPr>
          <p:cNvPr id="100" name="Oval 9"/>
          <p:cNvSpPr/>
          <p:nvPr/>
        </p:nvSpPr>
        <p:spPr>
          <a:xfrm>
            <a:off x="329760" y="252360"/>
            <a:ext cx="1251360" cy="807120"/>
          </a:xfrm>
          <a:prstGeom prst="ellipse">
            <a:avLst/>
          </a:prstGeom>
          <a:solidFill>
            <a:srgbClr val="ffffff"/>
          </a:solidFill>
          <a:ln>
            <a:solidFill>
              <a:srgbClr val="8064a2"/>
            </a:solidFill>
            <a:round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ＭＳ Ｐゴシック"/>
              </a:rPr>
              <a:t>Your Team Name</a:t>
            </a:r>
            <a:endParaRPr b="0" lang="en-IN" sz="1800" spc="-1" strike="noStrike">
              <a:latin typeface="Arial"/>
            </a:endParaRPr>
          </a:p>
        </p:txBody>
      </p:sp>
      <p:pic>
        <p:nvPicPr>
          <p:cNvPr id="101" name="Picture 10" descr=""/>
          <p:cNvPicPr/>
          <p:nvPr/>
        </p:nvPicPr>
        <p:blipFill>
          <a:blip r:embed="rId1"/>
          <a:stretch/>
        </p:blipFill>
        <p:spPr>
          <a:xfrm>
            <a:off x="9780120" y="1440"/>
            <a:ext cx="2249640" cy="1062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Rectangle 9"/>
          <p:cNvSpPr/>
          <p:nvPr/>
        </p:nvSpPr>
        <p:spPr>
          <a:xfrm>
            <a:off x="0" y="6354720"/>
            <a:ext cx="12191760" cy="502920"/>
          </a:xfrm>
          <a:prstGeom prst="rect">
            <a:avLst/>
          </a:prstGeom>
          <a:solidFill>
            <a:srgbClr val="0070c0"/>
          </a:solidFill>
          <a:ln w="9525">
            <a:noFill/>
          </a:ln>
          <a:effectLst>
            <a:outerShdw dir="5400000" dist="23040" rotWithShape="0">
              <a:srgbClr val="80808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2440" cy="1142640"/>
          </a:xfrm>
          <a:prstGeom prst="rect">
            <a:avLst/>
          </a:prstGeom>
          <a:noFill/>
          <a:ln w="9360">
            <a:noFill/>
          </a:ln>
        </p:spPr>
        <p:txBody>
          <a:bodyPr numCol="1" spcCol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TECHNICAL APPROACH</a:t>
            </a:r>
            <a:endParaRPr b="0" lang="en-US" sz="3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4" name="TextBox 8"/>
          <p:cNvSpPr/>
          <p:nvPr/>
        </p:nvSpPr>
        <p:spPr>
          <a:xfrm>
            <a:off x="609480" y="2533680"/>
            <a:ext cx="9384840" cy="17960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algn="just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Technologies to be used (e.g. programming languages, frameworks, hardware)</a:t>
            </a:r>
            <a:endParaRPr b="0" lang="en-IN" sz="2800" spc="-1" strike="noStrike">
              <a:latin typeface="Arial"/>
            </a:endParaRPr>
          </a:p>
          <a:p>
            <a:pPr marL="343080" indent="-343080" algn="just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Methodology and process for implementation (Flow Charts/Images/ working prototype)</a:t>
            </a:r>
            <a:endParaRPr b="0" lang="en-IN" sz="2800" spc="-1" strike="noStrike"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 type="sldNum" idx="12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>
            <a:lvl1pPr algn="r">
              <a:lnSpc>
                <a:spcPct val="100000"/>
              </a:lnSpc>
              <a:buNone/>
              <a:defRPr b="1" lang="en-US" sz="1200" spc="-1" strike="noStrike">
                <a:solidFill>
                  <a:srgbClr val="ffffff"/>
                </a:solidFill>
                <a:latin typeface="TradeGothic"/>
                <a:ea typeface="ＭＳ Ｐゴシック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1BB408C-2830-4462-AB85-262E5B5D8DBE}" type="slidenum">
              <a:rPr b="1" lang="en-US" sz="1200" spc="-1" strike="noStrike">
                <a:solidFill>
                  <a:srgbClr val="ffffff"/>
                </a:solidFill>
                <a:latin typeface="TradeGothic"/>
                <a:ea typeface="ＭＳ Ｐゴシック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 type="ftr" idx="13"/>
          </p:nvPr>
        </p:nvSpPr>
        <p:spPr>
          <a:xfrm>
            <a:off x="4648320" y="6356520"/>
            <a:ext cx="32036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200" spc="-1" strike="noStrike">
                <a:solidFill>
                  <a:srgbClr val="ffffff"/>
                </a:solidFill>
                <a:latin typeface="TradeGothic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ffffff"/>
                </a:solidFill>
                <a:latin typeface="TradeGothic"/>
              </a:rPr>
              <a:t>@SIH Idea submission- Template</a:t>
            </a:r>
            <a:endParaRPr b="0" lang="en-IN" sz="1200" spc="-1" strike="noStrike">
              <a:latin typeface="Times New Roman"/>
            </a:endParaRPr>
          </a:p>
        </p:txBody>
      </p:sp>
      <p:sp>
        <p:nvSpPr>
          <p:cNvPr id="107" name="Oval 10"/>
          <p:cNvSpPr/>
          <p:nvPr/>
        </p:nvSpPr>
        <p:spPr>
          <a:xfrm>
            <a:off x="329760" y="252360"/>
            <a:ext cx="1251360" cy="807120"/>
          </a:xfrm>
          <a:prstGeom prst="ellipse">
            <a:avLst/>
          </a:prstGeom>
          <a:solidFill>
            <a:srgbClr val="ffffff"/>
          </a:solidFill>
          <a:ln>
            <a:solidFill>
              <a:srgbClr val="8064a2"/>
            </a:solidFill>
            <a:round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ＭＳ Ｐゴシック"/>
              </a:rPr>
              <a:t>Your Team Name</a:t>
            </a:r>
            <a:endParaRPr b="0" lang="en-IN" sz="1800" spc="-1" strike="noStrike">
              <a:latin typeface="Arial"/>
            </a:endParaRPr>
          </a:p>
        </p:txBody>
      </p:sp>
      <p:pic>
        <p:nvPicPr>
          <p:cNvPr id="108" name="Picture 11" descr=""/>
          <p:cNvPicPr/>
          <p:nvPr/>
        </p:nvPicPr>
        <p:blipFill>
          <a:blip r:embed="rId1"/>
          <a:stretch/>
        </p:blipFill>
        <p:spPr>
          <a:xfrm>
            <a:off x="9780120" y="1440"/>
            <a:ext cx="2249640" cy="1062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Rectangle 9"/>
          <p:cNvSpPr/>
          <p:nvPr/>
        </p:nvSpPr>
        <p:spPr>
          <a:xfrm>
            <a:off x="0" y="6354720"/>
            <a:ext cx="12191760" cy="502920"/>
          </a:xfrm>
          <a:prstGeom prst="rect">
            <a:avLst/>
          </a:prstGeom>
          <a:solidFill>
            <a:srgbClr val="0070c0"/>
          </a:solidFill>
          <a:ln w="9525">
            <a:noFill/>
          </a:ln>
          <a:effectLst>
            <a:outerShdw dir="5400000" dist="23040" rotWithShape="0">
              <a:srgbClr val="80808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2440" cy="1142640"/>
          </a:xfrm>
          <a:prstGeom prst="rect">
            <a:avLst/>
          </a:prstGeom>
          <a:noFill/>
          <a:ln w="9360">
            <a:noFill/>
          </a:ln>
        </p:spPr>
        <p:txBody>
          <a:bodyPr numCol="1" spcCol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FEASIBILITY AND VIABILITY</a:t>
            </a:r>
            <a:endParaRPr b="0" lang="en-US" sz="3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609480" y="2533680"/>
            <a:ext cx="9384840" cy="13694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algn="just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Analysis of the feasibility of the idea</a:t>
            </a:r>
            <a:endParaRPr b="0" lang="en-IN" sz="2800" spc="-1" strike="noStrike">
              <a:latin typeface="Arial"/>
            </a:endParaRPr>
          </a:p>
          <a:p>
            <a:pPr marL="343080" indent="-343080" algn="just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Potential challenges and risks</a:t>
            </a:r>
            <a:endParaRPr b="0" lang="en-IN" sz="2800" spc="-1" strike="noStrike">
              <a:latin typeface="Arial"/>
            </a:endParaRPr>
          </a:p>
          <a:p>
            <a:pPr marL="343080" indent="-343080" algn="just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Strategies for overcoming these challenges</a:t>
            </a:r>
            <a:endParaRPr b="0" lang="en-IN" sz="2800" spc="-1" strike="noStrike"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 type="sldNum" idx="14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1" lang="en-US" sz="1200" spc="-1" strike="noStrike">
                <a:solidFill>
                  <a:srgbClr val="ffffff"/>
                </a:solidFill>
                <a:latin typeface="TradeGothic"/>
                <a:ea typeface="ＭＳ Ｐゴシック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FB16C4EB-3E1A-4C5C-AE29-A303AAE2E040}" type="slidenum">
              <a:rPr b="1" lang="en-US" sz="1200" spc="-1" strike="noStrike">
                <a:solidFill>
                  <a:srgbClr val="ffffff"/>
                </a:solidFill>
                <a:latin typeface="TradeGothic"/>
                <a:ea typeface="ＭＳ Ｐゴシック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 type="ftr" idx="15"/>
          </p:nvPr>
        </p:nvSpPr>
        <p:spPr>
          <a:xfrm>
            <a:off x="4648320" y="6356520"/>
            <a:ext cx="32036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ffffff"/>
                </a:solidFill>
                <a:latin typeface="TradeGothic"/>
              </a:defRPr>
            </a:lvl1pPr>
          </a:lstStyle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TradeGothic"/>
              </a:rPr>
              <a:t>@SIH Idea submission- Template</a:t>
            </a:r>
            <a:endParaRPr b="0" lang="en-IN" sz="1200" spc="-1" strike="noStrike">
              <a:latin typeface="Times New Roman"/>
            </a:endParaRPr>
          </a:p>
        </p:txBody>
      </p:sp>
      <p:sp>
        <p:nvSpPr>
          <p:cNvPr id="114" name="Oval 11"/>
          <p:cNvSpPr/>
          <p:nvPr/>
        </p:nvSpPr>
        <p:spPr>
          <a:xfrm>
            <a:off x="329760" y="252360"/>
            <a:ext cx="1251360" cy="807120"/>
          </a:xfrm>
          <a:prstGeom prst="ellipse">
            <a:avLst/>
          </a:prstGeom>
          <a:solidFill>
            <a:srgbClr val="ffffff"/>
          </a:solidFill>
          <a:ln>
            <a:solidFill>
              <a:srgbClr val="8064a2"/>
            </a:solidFill>
            <a:round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ＭＳ Ｐゴシック"/>
              </a:rPr>
              <a:t>Your Team Name</a:t>
            </a:r>
            <a:endParaRPr b="0" lang="en-IN" sz="1800" spc="-1" strike="noStrike">
              <a:latin typeface="Arial"/>
            </a:endParaRPr>
          </a:p>
        </p:txBody>
      </p:sp>
      <p:pic>
        <p:nvPicPr>
          <p:cNvPr id="115" name="Picture 10" descr=""/>
          <p:cNvPicPr/>
          <p:nvPr/>
        </p:nvPicPr>
        <p:blipFill>
          <a:blip r:embed="rId1"/>
          <a:stretch/>
        </p:blipFill>
        <p:spPr>
          <a:xfrm>
            <a:off x="9780120" y="1440"/>
            <a:ext cx="2249640" cy="1062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Rectangle 9"/>
          <p:cNvSpPr/>
          <p:nvPr/>
        </p:nvSpPr>
        <p:spPr>
          <a:xfrm>
            <a:off x="0" y="6354720"/>
            <a:ext cx="12191760" cy="502920"/>
          </a:xfrm>
          <a:prstGeom prst="rect">
            <a:avLst/>
          </a:prstGeom>
          <a:solidFill>
            <a:srgbClr val="0070c0"/>
          </a:solidFill>
          <a:ln w="9525">
            <a:noFill/>
          </a:ln>
          <a:effectLst>
            <a:outerShdw dir="5400000" dist="23040" rotWithShape="0">
              <a:srgbClr val="80808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2440" cy="1142640"/>
          </a:xfrm>
          <a:prstGeom prst="rect">
            <a:avLst/>
          </a:prstGeom>
          <a:noFill/>
          <a:ln w="9360">
            <a:noFill/>
          </a:ln>
        </p:spPr>
        <p:txBody>
          <a:bodyPr numCol="1" spcCol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IMPACT AND BENEFITS</a:t>
            </a:r>
            <a:endParaRPr b="0" lang="en-US" sz="3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8" name="TextBox 8"/>
          <p:cNvSpPr/>
          <p:nvPr/>
        </p:nvSpPr>
        <p:spPr>
          <a:xfrm>
            <a:off x="609480" y="2533680"/>
            <a:ext cx="9384840" cy="13694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algn="just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Potential impact on the target audience</a:t>
            </a:r>
            <a:endParaRPr b="0" lang="en-IN" sz="2800" spc="-1" strike="noStrike">
              <a:latin typeface="Arial"/>
            </a:endParaRPr>
          </a:p>
          <a:p>
            <a:pPr marL="343080" indent="-343080" algn="just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Benefits of the solution (social, economic, environmental, etc.)</a:t>
            </a:r>
            <a:endParaRPr b="0" lang="en-IN" sz="2800" spc="-1" strike="noStrike">
              <a:latin typeface="Arial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 type="sldNum" idx="16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1" lang="en-US" sz="1200" spc="-1" strike="noStrike">
                <a:solidFill>
                  <a:srgbClr val="ffffff"/>
                </a:solidFill>
                <a:latin typeface="TradeGothic"/>
                <a:ea typeface="ＭＳ Ｐゴシック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FF3A33B7-CA07-4CF3-AABC-D69FDCA0AE8C}" type="slidenum">
              <a:rPr b="1" lang="en-US" sz="1200" spc="-1" strike="noStrike">
                <a:solidFill>
                  <a:srgbClr val="ffffff"/>
                </a:solidFill>
                <a:latin typeface="TradeGothic"/>
                <a:ea typeface="ＭＳ Ｐゴシック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  <p:sp>
        <p:nvSpPr>
          <p:cNvPr id="120" name="PlaceHolder 3"/>
          <p:cNvSpPr>
            <a:spLocks noGrp="1"/>
          </p:cNvSpPr>
          <p:nvPr>
            <p:ph type="ftr" idx="17"/>
          </p:nvPr>
        </p:nvSpPr>
        <p:spPr>
          <a:xfrm>
            <a:off x="4648320" y="6356520"/>
            <a:ext cx="32036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ffffff"/>
                </a:solidFill>
                <a:latin typeface="TradeGothic"/>
              </a:defRPr>
            </a:lvl1pPr>
          </a:lstStyle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TradeGothic"/>
              </a:rPr>
              <a:t>@SIH Idea submission- Template</a:t>
            </a:r>
            <a:endParaRPr b="0" lang="en-IN" sz="1200" spc="-1" strike="noStrike">
              <a:latin typeface="Times New Roman"/>
            </a:endParaRPr>
          </a:p>
        </p:txBody>
      </p:sp>
      <p:sp>
        <p:nvSpPr>
          <p:cNvPr id="121" name="Oval 11"/>
          <p:cNvSpPr/>
          <p:nvPr/>
        </p:nvSpPr>
        <p:spPr>
          <a:xfrm>
            <a:off x="329760" y="252360"/>
            <a:ext cx="1251360" cy="807120"/>
          </a:xfrm>
          <a:prstGeom prst="ellipse">
            <a:avLst/>
          </a:prstGeom>
          <a:solidFill>
            <a:srgbClr val="ffffff"/>
          </a:solidFill>
          <a:ln>
            <a:solidFill>
              <a:srgbClr val="8064a2"/>
            </a:solidFill>
            <a:round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ＭＳ Ｐゴシック"/>
              </a:rPr>
              <a:t>Your Team Name</a:t>
            </a:r>
            <a:endParaRPr b="0" lang="en-IN" sz="1800" spc="-1" strike="noStrike">
              <a:latin typeface="Arial"/>
            </a:endParaRPr>
          </a:p>
        </p:txBody>
      </p:sp>
      <p:pic>
        <p:nvPicPr>
          <p:cNvPr id="122" name="Picture 10" descr=""/>
          <p:cNvPicPr/>
          <p:nvPr/>
        </p:nvPicPr>
        <p:blipFill>
          <a:blip r:embed="rId1"/>
          <a:stretch/>
        </p:blipFill>
        <p:spPr>
          <a:xfrm>
            <a:off x="9780120" y="1440"/>
            <a:ext cx="2249640" cy="1062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Rectangle 9"/>
          <p:cNvSpPr/>
          <p:nvPr/>
        </p:nvSpPr>
        <p:spPr>
          <a:xfrm>
            <a:off x="0" y="6354720"/>
            <a:ext cx="12191760" cy="502920"/>
          </a:xfrm>
          <a:prstGeom prst="rect">
            <a:avLst/>
          </a:prstGeom>
          <a:solidFill>
            <a:srgbClr val="0070c0"/>
          </a:solidFill>
          <a:ln w="9525">
            <a:noFill/>
          </a:ln>
          <a:effectLst>
            <a:outerShdw dir="5400000" dist="23040" rotWithShape="0">
              <a:srgbClr val="80808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2440" cy="1142640"/>
          </a:xfrm>
          <a:prstGeom prst="rect">
            <a:avLst/>
          </a:prstGeom>
          <a:noFill/>
          <a:ln w="9360">
            <a:noFill/>
          </a:ln>
        </p:spPr>
        <p:txBody>
          <a:bodyPr numCol="1" spcCol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RESEARCH  AND REFERENCES</a:t>
            </a:r>
            <a:endParaRPr b="0" lang="en-US" sz="3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5" name="TextBox 8"/>
          <p:cNvSpPr/>
          <p:nvPr/>
        </p:nvSpPr>
        <p:spPr>
          <a:xfrm>
            <a:off x="609480" y="2795400"/>
            <a:ext cx="9384840" cy="5162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algn="just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Details / Links of the reference and research work</a:t>
            </a:r>
            <a:endParaRPr b="0" lang="en-IN" sz="2800" spc="-1" strike="noStrike">
              <a:latin typeface="Arial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 type="sldNum" idx="18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1" lang="en-US" sz="1200" spc="-1" strike="noStrike">
                <a:solidFill>
                  <a:srgbClr val="ffffff"/>
                </a:solidFill>
                <a:latin typeface="TradeGothic"/>
                <a:ea typeface="ＭＳ Ｐゴシック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46CB3F99-4B05-42FC-A67E-F1C5EBD31FF9}" type="slidenum">
              <a:rPr b="1" lang="en-US" sz="1200" spc="-1" strike="noStrike">
                <a:solidFill>
                  <a:srgbClr val="ffffff"/>
                </a:solidFill>
                <a:latin typeface="TradeGothic"/>
                <a:ea typeface="ＭＳ Ｐゴシック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  <p:sp>
        <p:nvSpPr>
          <p:cNvPr id="127" name="PlaceHolder 3"/>
          <p:cNvSpPr>
            <a:spLocks noGrp="1"/>
          </p:cNvSpPr>
          <p:nvPr>
            <p:ph type="ftr" idx="19"/>
          </p:nvPr>
        </p:nvSpPr>
        <p:spPr>
          <a:xfrm>
            <a:off x="4648320" y="6356520"/>
            <a:ext cx="32036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ffffff"/>
                </a:solidFill>
                <a:latin typeface="TradeGothic"/>
              </a:defRPr>
            </a:lvl1pPr>
          </a:lstStyle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TradeGothic"/>
              </a:rPr>
              <a:t>@SIH Idea submission- Template</a:t>
            </a:r>
            <a:endParaRPr b="0" lang="en-IN" sz="1200" spc="-1" strike="noStrike">
              <a:latin typeface="Times New Roman"/>
            </a:endParaRPr>
          </a:p>
        </p:txBody>
      </p:sp>
      <p:sp>
        <p:nvSpPr>
          <p:cNvPr id="128" name="Oval 8"/>
          <p:cNvSpPr/>
          <p:nvPr/>
        </p:nvSpPr>
        <p:spPr>
          <a:xfrm>
            <a:off x="329760" y="252360"/>
            <a:ext cx="1251360" cy="807120"/>
          </a:xfrm>
          <a:prstGeom prst="ellipse">
            <a:avLst/>
          </a:prstGeom>
          <a:solidFill>
            <a:srgbClr val="ffffff"/>
          </a:solidFill>
          <a:ln>
            <a:solidFill>
              <a:srgbClr val="8064a2"/>
            </a:solidFill>
            <a:round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ＭＳ Ｐゴシック"/>
              </a:rPr>
              <a:t>Your Team Name</a:t>
            </a:r>
            <a:endParaRPr b="0" lang="en-IN" sz="1800" spc="-1" strike="noStrike">
              <a:latin typeface="Arial"/>
            </a:endParaRPr>
          </a:p>
        </p:txBody>
      </p:sp>
      <p:pic>
        <p:nvPicPr>
          <p:cNvPr id="129" name="Picture 11" descr=""/>
          <p:cNvPicPr/>
          <p:nvPr/>
        </p:nvPicPr>
        <p:blipFill>
          <a:blip r:embed="rId1"/>
          <a:stretch/>
        </p:blipFill>
        <p:spPr>
          <a:xfrm>
            <a:off x="9780120" y="1440"/>
            <a:ext cx="2249640" cy="1062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Rectangle 9"/>
          <p:cNvSpPr/>
          <p:nvPr/>
        </p:nvSpPr>
        <p:spPr>
          <a:xfrm>
            <a:off x="0" y="6354720"/>
            <a:ext cx="12191760" cy="502920"/>
          </a:xfrm>
          <a:prstGeom prst="rect">
            <a:avLst/>
          </a:prstGeom>
          <a:solidFill>
            <a:srgbClr val="0070c0"/>
          </a:solidFill>
          <a:ln w="9525">
            <a:noFill/>
          </a:ln>
          <a:effectLst>
            <a:outerShdw dir="5400000" dist="23040" rotWithShape="0">
              <a:srgbClr val="80808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31" name="PlaceHolder 1"/>
          <p:cNvSpPr>
            <a:spLocks noGrp="1"/>
          </p:cNvSpPr>
          <p:nvPr>
            <p:ph type="sldNum" idx="20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1" lang="en-US" sz="1200" spc="-1" strike="noStrike">
                <a:solidFill>
                  <a:srgbClr val="ffffff"/>
                </a:solidFill>
                <a:latin typeface="TradeGothic"/>
                <a:ea typeface="ＭＳ Ｐゴシック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30A01578-89B3-4D34-81AC-93382AA0F4AE}" type="slidenum">
              <a:rPr b="1" lang="en-US" sz="1200" spc="-1" strike="noStrike">
                <a:solidFill>
                  <a:srgbClr val="ffffff"/>
                </a:solidFill>
                <a:latin typeface="TradeGothic"/>
                <a:ea typeface="ＭＳ Ｐゴシック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 type="ftr" idx="21"/>
          </p:nvPr>
        </p:nvSpPr>
        <p:spPr>
          <a:xfrm>
            <a:off x="4648320" y="6356520"/>
            <a:ext cx="32036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ffffff"/>
                </a:solidFill>
                <a:latin typeface="TradeGothic"/>
              </a:defRPr>
            </a:lvl1pPr>
          </a:lstStyle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TradeGothic"/>
              </a:rPr>
              <a:t>@SIH Idea submission- Template</a:t>
            </a:r>
            <a:endParaRPr b="0" lang="en-IN" sz="1200" spc="-1" strike="noStrike">
              <a:latin typeface="Times New Roman"/>
            </a:endParaRPr>
          </a:p>
        </p:txBody>
      </p:sp>
      <p:sp>
        <p:nvSpPr>
          <p:cNvPr id="133" name="Round Diagonal Corner Rectangle 2"/>
          <p:cNvSpPr/>
          <p:nvPr/>
        </p:nvSpPr>
        <p:spPr>
          <a:xfrm>
            <a:off x="0" y="1791000"/>
            <a:ext cx="12191760" cy="4318920"/>
          </a:xfrm>
          <a:prstGeom prst="round2DiagRect">
            <a:avLst>
              <a:gd name="adj1" fmla="val 16667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rgbClr val="4a7eb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4" name="Google Shape;100;p3"/>
          <p:cNvSpPr/>
          <p:nvPr/>
        </p:nvSpPr>
        <p:spPr>
          <a:xfrm>
            <a:off x="367920" y="1915560"/>
            <a:ext cx="11764440" cy="40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514440" indent="-514440" algn="just">
              <a:lnSpc>
                <a:spcPct val="90000"/>
              </a:lnSpc>
              <a:buClr>
                <a:srgbClr val="000000"/>
              </a:buClr>
              <a:buFont typeface="Calibri"/>
              <a:buAutoNum type="arabicPeriod"/>
            </a:pPr>
            <a:r>
              <a:rPr b="1" lang="en-US" sz="1800" spc="-1" strike="noStrike">
                <a:solidFill>
                  <a:srgbClr val="000000"/>
                </a:solidFill>
                <a:latin typeface="Arial"/>
                <a:ea typeface="Calibri"/>
              </a:rPr>
              <a:t>Kindly keep the maximum slides limit up to six </a:t>
            </a:r>
            <a:r>
              <a:rPr b="1" lang="en-US" sz="1800" spc="-1" strike="noStrike">
                <a:solidFill>
                  <a:srgbClr val="c00000"/>
                </a:solidFill>
                <a:latin typeface="Arial"/>
                <a:ea typeface="Calibri"/>
              </a:rPr>
              <a:t>(6). </a:t>
            </a:r>
            <a:r>
              <a:rPr b="1" lang="en-US" sz="1800" spc="-1" strike="noStrike">
                <a:solidFill>
                  <a:srgbClr val="000000"/>
                </a:solidFill>
                <a:latin typeface="Arial"/>
                <a:ea typeface="Calibri"/>
              </a:rPr>
              <a:t>( Including the title slide) </a:t>
            </a:r>
            <a:endParaRPr b="0" lang="en-IN" sz="1800" spc="-1" strike="noStrike">
              <a:latin typeface="Arial"/>
            </a:endParaRPr>
          </a:p>
          <a:p>
            <a:pPr marL="514440" indent="-514440" algn="just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Calibri"/>
              <a:buAutoNum type="arabicPeriod"/>
            </a:pPr>
            <a:r>
              <a:rPr b="1" lang="en-US" sz="1800" spc="-1" strike="noStrike">
                <a:solidFill>
                  <a:srgbClr val="000000"/>
                </a:solidFill>
                <a:latin typeface="Arial"/>
                <a:ea typeface="Calibri"/>
              </a:rPr>
              <a:t>Try to avoid paragraphs and post your idea in points /diagrams / Infographics /pictures </a:t>
            </a:r>
            <a:endParaRPr b="0" lang="en-IN" sz="1800" spc="-1" strike="noStrike">
              <a:latin typeface="Arial"/>
            </a:endParaRPr>
          </a:p>
          <a:p>
            <a:pPr marL="514440" indent="-514440" algn="just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Calibri"/>
              <a:buAutoNum type="arabicPeriod"/>
            </a:pPr>
            <a:r>
              <a:rPr b="1" lang="en-US" sz="1800" spc="-1" strike="noStrike">
                <a:solidFill>
                  <a:srgbClr val="000000"/>
                </a:solidFill>
                <a:latin typeface="Arial"/>
                <a:ea typeface="Calibri"/>
              </a:rPr>
              <a:t>Keep your explanation precise and easy to understand</a:t>
            </a:r>
            <a:endParaRPr b="0" lang="en-IN" sz="1800" spc="-1" strike="noStrike">
              <a:latin typeface="Arial"/>
            </a:endParaRPr>
          </a:p>
          <a:p>
            <a:pPr marL="514440" indent="-514440" algn="just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Calibri"/>
              <a:buAutoNum type="arabicPeriod"/>
            </a:pPr>
            <a:r>
              <a:rPr b="1" lang="en-US" sz="1800" spc="-1" strike="noStrike">
                <a:solidFill>
                  <a:srgbClr val="000000"/>
                </a:solidFill>
                <a:latin typeface="Arial"/>
                <a:ea typeface="Calibri"/>
              </a:rPr>
              <a:t>Idea should be unique and novel. </a:t>
            </a:r>
            <a:endParaRPr b="0" lang="en-IN" sz="1800" spc="-1" strike="noStrike">
              <a:latin typeface="Arial"/>
            </a:endParaRPr>
          </a:p>
          <a:p>
            <a:pPr marL="514440" indent="-514440" algn="just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Calibri"/>
              <a:buAutoNum type="arabicPeriod"/>
            </a:pPr>
            <a:r>
              <a:rPr b="1" lang="en-US" sz="1800" spc="-1" strike="noStrike">
                <a:solidFill>
                  <a:srgbClr val="000000"/>
                </a:solidFill>
                <a:latin typeface="Arial"/>
                <a:ea typeface="Calibri"/>
              </a:rPr>
              <a:t>You can only use provided template for making the PPT without changing the idea details pointers (mentioned in previous slides).</a:t>
            </a:r>
            <a:endParaRPr b="0" lang="en-IN" sz="1800" spc="-1" strike="noStrike">
              <a:latin typeface="Arial"/>
            </a:endParaRPr>
          </a:p>
          <a:p>
            <a:pPr marL="514440" indent="-514440" algn="just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Calibri"/>
              <a:buAutoNum type="arabicPeriod"/>
            </a:pPr>
            <a:r>
              <a:rPr b="1" lang="en-US" sz="1800" spc="-1" strike="noStrike">
                <a:solidFill>
                  <a:srgbClr val="000000"/>
                </a:solidFill>
                <a:latin typeface="Arial"/>
                <a:ea typeface="Calibri"/>
              </a:rPr>
              <a:t>You need to save the file in PDF and upload the same on portal. No PPT, Word Doc or any other format will be supported.</a:t>
            </a:r>
            <a:endParaRPr b="0" lang="en-IN" sz="1800" spc="-1" strike="noStrike">
              <a:latin typeface="Arial"/>
            </a:endParaRPr>
          </a:p>
          <a:p>
            <a:pPr marL="514440" indent="-349920" algn="just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IN" sz="1800" spc="-1" strike="noStrike">
              <a:latin typeface="Arial"/>
            </a:endParaRPr>
          </a:p>
          <a:p>
            <a:pPr algn="just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US" sz="1800" spc="-1" strike="noStrike">
                <a:solidFill>
                  <a:srgbClr val="c00000"/>
                </a:solidFill>
                <a:latin typeface="Arial"/>
                <a:ea typeface="Calibri"/>
              </a:rPr>
              <a:t>Note - You can delete this slide (Important Pointers) when you upload the details of your idea on SIH portal.</a:t>
            </a:r>
            <a:endParaRPr b="0" lang="en-IN" sz="1800" spc="-1" strike="noStrike">
              <a:latin typeface="Arial"/>
            </a:endParaRPr>
          </a:p>
          <a:p>
            <a:pPr marL="914400" indent="-316080" algn="just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en-IN" sz="2000" spc="-1" strike="noStrike">
              <a:latin typeface="Arial"/>
            </a:endParaRPr>
          </a:p>
        </p:txBody>
      </p:sp>
      <p:sp>
        <p:nvSpPr>
          <p:cNvPr id="135" name="TextBox 3"/>
          <p:cNvSpPr/>
          <p:nvPr/>
        </p:nvSpPr>
        <p:spPr>
          <a:xfrm>
            <a:off x="1393200" y="106920"/>
            <a:ext cx="8410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IMPORTANT INSTRUCTIONS</a:t>
            </a:r>
            <a:endParaRPr b="0" lang="en-IN" sz="3600" spc="-1" strike="noStrike">
              <a:latin typeface="Arial"/>
            </a:endParaRPr>
          </a:p>
        </p:txBody>
      </p:sp>
      <p:sp>
        <p:nvSpPr>
          <p:cNvPr id="136" name="TextBox 4"/>
          <p:cNvSpPr/>
          <p:nvPr/>
        </p:nvSpPr>
        <p:spPr>
          <a:xfrm>
            <a:off x="602280" y="1181880"/>
            <a:ext cx="9557280" cy="33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>
              <a:lnSpc>
                <a:spcPct val="90000"/>
              </a:lnSpc>
              <a:spcBef>
                <a:spcPts val="1001"/>
              </a:spcBef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Arial"/>
                <a:ea typeface="Calibri"/>
              </a:rPr>
              <a:t>Please ensure below pointers are met while submitting the Idea PPT:</a:t>
            </a:r>
            <a:endParaRPr b="0" lang="en-IN" sz="1800" spc="-1" strike="noStrike">
              <a:latin typeface="Arial"/>
            </a:endParaRPr>
          </a:p>
        </p:txBody>
      </p:sp>
      <p:pic>
        <p:nvPicPr>
          <p:cNvPr id="137" name="Picture 12" descr=""/>
          <p:cNvPicPr/>
          <p:nvPr/>
        </p:nvPicPr>
        <p:blipFill>
          <a:blip r:embed="rId1"/>
          <a:stretch/>
        </p:blipFill>
        <p:spPr>
          <a:xfrm>
            <a:off x="9780120" y="1440"/>
            <a:ext cx="2249640" cy="1062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7489</TotalTime>
  <Application>LibreOffice/7.3.7.2$Linux_X86_64 LibreOffice_project/30$Build-2</Application>
  <AppVersion>15.0000</AppVersion>
  <Words>325</Words>
  <Paragraphs>62</Paragraphs>
  <Company>Crowdfunder, Inc.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2013-12-12T18:46:50Z</dcterms:created>
  <dc:creator>Crowdfunder</dc:creator>
  <dc:description/>
  <dc:language>en-IN</dc:language>
  <cp:lastModifiedBy/>
  <dcterms:modified xsi:type="dcterms:W3CDTF">2026-08-29T11:50:06Z</dcterms:modified>
  <cp:revision>150</cp:revision>
  <dc:subject/>
  <dc:title>Investor Pitch Deck Template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6</vt:i4>
  </property>
  <property fmtid="{D5CDD505-2E9C-101B-9397-08002B2CF9AE}" pid="3" name="PresentationFormat">
    <vt:lpwstr>Widescreen</vt:lpwstr>
  </property>
  <property fmtid="{D5CDD505-2E9C-101B-9397-08002B2CF9AE}" pid="4" name="Slides">
    <vt:i4>7</vt:i4>
  </property>
</Properties>
</file>