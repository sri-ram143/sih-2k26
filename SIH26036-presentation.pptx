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BB52B7-A1C3-42CE-A7C0-28C814CBBDC3}" v="2" dt="2026-08-29T06:16:21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72" y="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vanya Meesala" userId="ef13baf08a0cc4b4" providerId="LiveId" clId="{56E4B609-986E-4210-93BC-E3F1B3466E1B}"/>
    <pc:docChg chg="undo custSel modSld">
      <pc:chgData name="Lavanya Meesala" userId="ef13baf08a0cc4b4" providerId="LiveId" clId="{56E4B609-986E-4210-93BC-E3F1B3466E1B}" dt="2026-08-29T06:49:18.606" v="39" actId="20577"/>
      <pc:docMkLst>
        <pc:docMk/>
      </pc:docMkLst>
      <pc:sldChg chg="addSp delSp modSp mod">
        <pc:chgData name="Lavanya Meesala" userId="ef13baf08a0cc4b4" providerId="LiveId" clId="{56E4B609-986E-4210-93BC-E3F1B3466E1B}" dt="2026-08-29T06:49:18.606" v="39" actId="20577"/>
        <pc:sldMkLst>
          <pc:docMk/>
          <pc:sldMk cId="0" sldId="281"/>
        </pc:sldMkLst>
        <pc:spChg chg="add mod">
          <ac:chgData name="Lavanya Meesala" userId="ef13baf08a0cc4b4" providerId="LiveId" clId="{56E4B609-986E-4210-93BC-E3F1B3466E1B}" dt="2026-08-29T06:16:21.471" v="14" actId="767"/>
          <ac:spMkLst>
            <pc:docMk/>
            <pc:sldMk cId="0" sldId="281"/>
            <ac:spMk id="2" creationId="{54CD9E77-3428-CC83-7349-22F2EC011313}"/>
          </ac:spMkLst>
        </pc:spChg>
        <pc:spChg chg="add del mod">
          <ac:chgData name="Lavanya Meesala" userId="ef13baf08a0cc4b4" providerId="LiveId" clId="{56E4B609-986E-4210-93BC-E3F1B3466E1B}" dt="2026-08-29T06:16:54.403" v="36" actId="14100"/>
          <ac:spMkLst>
            <pc:docMk/>
            <pc:sldMk cId="0" sldId="281"/>
            <ac:spMk id="10" creationId="{5DBCE864-823D-4A13-9607-5DA1F0ED5FB8}"/>
          </ac:spMkLst>
        </pc:spChg>
        <pc:spChg chg="mod">
          <ac:chgData name="Lavanya Meesala" userId="ef13baf08a0cc4b4" providerId="LiveId" clId="{56E4B609-986E-4210-93BC-E3F1B3466E1B}" dt="2026-08-29T06:49:18.606" v="39" actId="20577"/>
          <ac:spMkLst>
            <pc:docMk/>
            <pc:sldMk cId="0" sldId="281"/>
            <ac:spMk id="1536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hii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3766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visionX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7525</TotalTime>
  <Words>337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Lavanya Meesala</cp:lastModifiedBy>
  <cp:revision>148</cp:revision>
  <dcterms:created xsi:type="dcterms:W3CDTF">2013-12-12T18:46:50Z</dcterms:created>
  <dcterms:modified xsi:type="dcterms:W3CDTF">2026-08-29T06:49:23Z</dcterms:modified>
  <cp:category/>
</cp:coreProperties>
</file>