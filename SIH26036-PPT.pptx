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9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</a:t>
            </a:r>
            <a:r>
              <a:rPr lang="en-US" sz="2400" b="1">
                <a:latin typeface="Arial" panose="020B0604020202020204" pitchFamily="34" charset="0"/>
                <a:cs typeface="Arial" panose="020B0604020202020204" pitchFamily="34" charset="0"/>
              </a:rPr>
              <a:t>ID –1234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Software/Hardware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3200" b="1" u="sng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Detailed explanation of the proposed solution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 How it addresses the problem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Innovation and uniqueness of the solution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Technologies to be used (e.g. programming languages, frameworks, hardware)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Methodology and process for implementation (Flow Charts/Images/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Strategies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339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kousalya</cp:lastModifiedBy>
  <cp:revision>149</cp:revision>
  <dcterms:created xsi:type="dcterms:W3CDTF">2013-12-12T18:46:50Z</dcterms:created>
  <dcterms:modified xsi:type="dcterms:W3CDTF">2026-08-31T06:12:18Z</dcterms:modified>
  <cp:category/>
</cp:coreProperties>
</file>